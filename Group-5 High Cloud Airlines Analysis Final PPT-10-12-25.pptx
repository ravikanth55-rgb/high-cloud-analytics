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2" r:id="rId1"/>
    <p:sldMasterId id="2147484038" r:id="rId2"/>
    <p:sldMasterId id="2147484041" r:id="rId3"/>
    <p:sldMasterId id="2147484067" r:id="rId4"/>
  </p:sldMasterIdLst>
  <p:sldIdLst>
    <p:sldId id="256" r:id="rId5"/>
    <p:sldId id="257" r:id="rId6"/>
    <p:sldId id="273" r:id="rId7"/>
    <p:sldId id="258" r:id="rId8"/>
    <p:sldId id="259" r:id="rId9"/>
    <p:sldId id="260" r:id="rId10"/>
    <p:sldId id="261" r:id="rId11"/>
    <p:sldId id="262" r:id="rId12"/>
    <p:sldId id="263" r:id="rId13"/>
    <p:sldId id="264" r:id="rId14"/>
    <p:sldId id="265" r:id="rId15"/>
    <p:sldId id="266" r:id="rId16"/>
    <p:sldId id="272" r:id="rId17"/>
    <p:sldId id="267" r:id="rId18"/>
    <p:sldId id="268" r:id="rId19"/>
    <p:sldId id="26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ay Nagar" userId="58b78990a44adbf5" providerId="LiveId" clId="{1FA4940D-1598-4129-8628-2556B0BD6E35}"/>
    <pc:docChg chg="custSel modSld">
      <pc:chgData name="Tanay Nagar" userId="58b78990a44adbf5" providerId="LiveId" clId="{1FA4940D-1598-4129-8628-2556B0BD6E35}" dt="2025-12-10T13:57:34.853" v="18"/>
      <pc:docMkLst>
        <pc:docMk/>
      </pc:docMkLst>
      <pc:sldChg chg="delSp modSp mod">
        <pc:chgData name="Tanay Nagar" userId="58b78990a44adbf5" providerId="LiveId" clId="{1FA4940D-1598-4129-8628-2556B0BD6E35}" dt="2025-12-10T13:56:05.754" v="7" actId="21"/>
        <pc:sldMkLst>
          <pc:docMk/>
          <pc:sldMk cId="4245103163" sldId="256"/>
        </pc:sldMkLst>
        <pc:spChg chg="mod">
          <ac:chgData name="Tanay Nagar" userId="58b78990a44adbf5" providerId="LiveId" clId="{1FA4940D-1598-4129-8628-2556B0BD6E35}" dt="2025-12-10T13:55:55.076" v="1" actId="27636"/>
          <ac:spMkLst>
            <pc:docMk/>
            <pc:sldMk cId="4245103163" sldId="256"/>
            <ac:spMk id="3" creationId="{292D6503-AA54-C666-8C94-7FDEF24DC1F2}"/>
          </ac:spMkLst>
        </pc:spChg>
        <pc:picChg chg="del">
          <ac:chgData name="Tanay Nagar" userId="58b78990a44adbf5" providerId="LiveId" clId="{1FA4940D-1598-4129-8628-2556B0BD6E35}" dt="2025-12-10T13:56:05.754" v="7" actId="21"/>
          <ac:picMkLst>
            <pc:docMk/>
            <pc:sldMk cId="4245103163" sldId="256"/>
            <ac:picMk id="5" creationId="{BCA2E7D1-A64B-A708-4DC2-B64C8DB9AA25}"/>
          </ac:picMkLst>
        </pc:picChg>
      </pc:sldChg>
      <pc:sldChg chg="addSp modSp mod">
        <pc:chgData name="Tanay Nagar" userId="58b78990a44adbf5" providerId="LiveId" clId="{1FA4940D-1598-4129-8628-2556B0BD6E35}" dt="2025-12-10T13:57:34.853" v="18"/>
        <pc:sldMkLst>
          <pc:docMk/>
          <pc:sldMk cId="768865" sldId="257"/>
        </pc:sldMkLst>
        <pc:spChg chg="mod">
          <ac:chgData name="Tanay Nagar" userId="58b78990a44adbf5" providerId="LiveId" clId="{1FA4940D-1598-4129-8628-2556B0BD6E35}" dt="2025-12-10T13:57:34.853" v="18"/>
          <ac:spMkLst>
            <pc:docMk/>
            <pc:sldMk cId="768865" sldId="257"/>
            <ac:spMk id="2" creationId="{84CB3C48-33EC-D0BF-2250-CD4A2A2A06E8}"/>
          </ac:spMkLst>
        </pc:spChg>
        <pc:spChg chg="mod">
          <ac:chgData name="Tanay Nagar" userId="58b78990a44adbf5" providerId="LiveId" clId="{1FA4940D-1598-4129-8628-2556B0BD6E35}" dt="2025-12-10T13:57:34.853" v="18"/>
          <ac:spMkLst>
            <pc:docMk/>
            <pc:sldMk cId="768865" sldId="257"/>
            <ac:spMk id="3" creationId="{D8BD2953-2472-43E0-C9E6-CB65AE886081}"/>
          </ac:spMkLst>
        </pc:spChg>
        <pc:picChg chg="add mod">
          <ac:chgData name="Tanay Nagar" userId="58b78990a44adbf5" providerId="LiveId" clId="{1FA4940D-1598-4129-8628-2556B0BD6E35}" dt="2025-12-10T13:57:20.033" v="16" actId="962"/>
          <ac:picMkLst>
            <pc:docMk/>
            <pc:sldMk cId="768865" sldId="257"/>
            <ac:picMk id="5" creationId="{BCA2E7D1-A64B-A708-4DC2-B64C8DB9AA25}"/>
          </ac:picMkLst>
        </pc:picChg>
      </pc:sldChg>
      <pc:sldChg chg="modSp">
        <pc:chgData name="Tanay Nagar" userId="58b78990a44adbf5" providerId="LiveId" clId="{1FA4940D-1598-4129-8628-2556B0BD6E35}" dt="2025-12-10T13:57:34.853" v="18"/>
        <pc:sldMkLst>
          <pc:docMk/>
          <pc:sldMk cId="2833263707" sldId="258"/>
        </pc:sldMkLst>
        <pc:spChg chg="mod">
          <ac:chgData name="Tanay Nagar" userId="58b78990a44adbf5" providerId="LiveId" clId="{1FA4940D-1598-4129-8628-2556B0BD6E35}" dt="2025-12-10T13:57:34.853" v="18"/>
          <ac:spMkLst>
            <pc:docMk/>
            <pc:sldMk cId="2833263707" sldId="258"/>
            <ac:spMk id="2" creationId="{978D9EBF-E01C-794F-BC3C-8929305CF1C8}"/>
          </ac:spMkLst>
        </pc:spChg>
        <pc:spChg chg="mod">
          <ac:chgData name="Tanay Nagar" userId="58b78990a44adbf5" providerId="LiveId" clId="{1FA4940D-1598-4129-8628-2556B0BD6E35}" dt="2025-12-10T13:57:34.853" v="18"/>
          <ac:spMkLst>
            <pc:docMk/>
            <pc:sldMk cId="2833263707" sldId="258"/>
            <ac:spMk id="3" creationId="{C64A18EB-62CF-A53B-C779-CE679AAEF52F}"/>
          </ac:spMkLst>
        </pc:spChg>
      </pc:sldChg>
      <pc:sldChg chg="modSp">
        <pc:chgData name="Tanay Nagar" userId="58b78990a44adbf5" providerId="LiveId" clId="{1FA4940D-1598-4129-8628-2556B0BD6E35}" dt="2025-12-10T13:57:34.853" v="18"/>
        <pc:sldMkLst>
          <pc:docMk/>
          <pc:sldMk cId="685908824" sldId="259"/>
        </pc:sldMkLst>
        <pc:spChg chg="mod">
          <ac:chgData name="Tanay Nagar" userId="58b78990a44adbf5" providerId="LiveId" clId="{1FA4940D-1598-4129-8628-2556B0BD6E35}" dt="2025-12-10T13:57:34.853" v="18"/>
          <ac:spMkLst>
            <pc:docMk/>
            <pc:sldMk cId="685908824" sldId="259"/>
            <ac:spMk id="2" creationId="{7F568591-41BB-D1E9-B181-25BD88E1371B}"/>
          </ac:spMkLst>
        </pc:spChg>
        <pc:spChg chg="mod">
          <ac:chgData name="Tanay Nagar" userId="58b78990a44adbf5" providerId="LiveId" clId="{1FA4940D-1598-4129-8628-2556B0BD6E35}" dt="2025-12-10T13:57:34.853" v="18"/>
          <ac:spMkLst>
            <pc:docMk/>
            <pc:sldMk cId="685908824" sldId="259"/>
            <ac:spMk id="3" creationId="{856AF704-3D56-3B69-62E3-B4873B286A25}"/>
          </ac:spMkLst>
        </pc:spChg>
      </pc:sldChg>
      <pc:sldChg chg="modSp mod">
        <pc:chgData name="Tanay Nagar" userId="58b78990a44adbf5" providerId="LiveId" clId="{1FA4940D-1598-4129-8628-2556B0BD6E35}" dt="2025-12-10T13:57:34.853" v="18"/>
        <pc:sldMkLst>
          <pc:docMk/>
          <pc:sldMk cId="416020345" sldId="260"/>
        </pc:sldMkLst>
        <pc:spChg chg="mod">
          <ac:chgData name="Tanay Nagar" userId="58b78990a44adbf5" providerId="LiveId" clId="{1FA4940D-1598-4129-8628-2556B0BD6E35}" dt="2025-12-10T13:57:34.853" v="18"/>
          <ac:spMkLst>
            <pc:docMk/>
            <pc:sldMk cId="416020345" sldId="260"/>
            <ac:spMk id="2" creationId="{84872643-4FE3-8555-3C1A-F6E6D2A71D02}"/>
          </ac:spMkLst>
        </pc:spChg>
        <pc:spChg chg="mod">
          <ac:chgData name="Tanay Nagar" userId="58b78990a44adbf5" providerId="LiveId" clId="{1FA4940D-1598-4129-8628-2556B0BD6E35}" dt="2025-12-10T13:55:55.104" v="3" actId="27636"/>
          <ac:spMkLst>
            <pc:docMk/>
            <pc:sldMk cId="416020345" sldId="260"/>
            <ac:spMk id="3" creationId="{85D8472B-F2EB-44E5-50AE-18156C8FD3C6}"/>
          </ac:spMkLst>
        </pc:spChg>
      </pc:sldChg>
      <pc:sldChg chg="modSp mod">
        <pc:chgData name="Tanay Nagar" userId="58b78990a44adbf5" providerId="LiveId" clId="{1FA4940D-1598-4129-8628-2556B0BD6E35}" dt="2025-12-10T13:57:34.853" v="18"/>
        <pc:sldMkLst>
          <pc:docMk/>
          <pc:sldMk cId="2549193665" sldId="261"/>
        </pc:sldMkLst>
        <pc:spChg chg="mod">
          <ac:chgData name="Tanay Nagar" userId="58b78990a44adbf5" providerId="LiveId" clId="{1FA4940D-1598-4129-8628-2556B0BD6E35}" dt="2025-12-10T13:57:34.853" v="18"/>
          <ac:spMkLst>
            <pc:docMk/>
            <pc:sldMk cId="2549193665" sldId="261"/>
            <ac:spMk id="2" creationId="{DB0A9E9E-D2F7-052F-5C33-975E4C237CD5}"/>
          </ac:spMkLst>
        </pc:spChg>
        <pc:spChg chg="mod">
          <ac:chgData name="Tanay Nagar" userId="58b78990a44adbf5" providerId="LiveId" clId="{1FA4940D-1598-4129-8628-2556B0BD6E35}" dt="2025-12-10T13:55:55.114" v="4" actId="27636"/>
          <ac:spMkLst>
            <pc:docMk/>
            <pc:sldMk cId="2549193665" sldId="261"/>
            <ac:spMk id="3" creationId="{3C760247-F383-76A6-065B-2BD4BDDC1662}"/>
          </ac:spMkLst>
        </pc:spChg>
      </pc:sldChg>
      <pc:sldChg chg="modSp mod">
        <pc:chgData name="Tanay Nagar" userId="58b78990a44adbf5" providerId="LiveId" clId="{1FA4940D-1598-4129-8628-2556B0BD6E35}" dt="2025-12-10T13:57:34.853" v="18"/>
        <pc:sldMkLst>
          <pc:docMk/>
          <pc:sldMk cId="2874976100" sldId="262"/>
        </pc:sldMkLst>
        <pc:spChg chg="mod">
          <ac:chgData name="Tanay Nagar" userId="58b78990a44adbf5" providerId="LiveId" clId="{1FA4940D-1598-4129-8628-2556B0BD6E35}" dt="2025-12-10T13:57:34.853" v="18"/>
          <ac:spMkLst>
            <pc:docMk/>
            <pc:sldMk cId="2874976100" sldId="262"/>
            <ac:spMk id="2" creationId="{B35966A8-C02C-B948-094B-E5E8B1FC542A}"/>
          </ac:spMkLst>
        </pc:spChg>
        <pc:spChg chg="mod">
          <ac:chgData name="Tanay Nagar" userId="58b78990a44adbf5" providerId="LiveId" clId="{1FA4940D-1598-4129-8628-2556B0BD6E35}" dt="2025-12-10T13:57:34.853" v="18"/>
          <ac:spMkLst>
            <pc:docMk/>
            <pc:sldMk cId="2874976100" sldId="262"/>
            <ac:spMk id="3" creationId="{7E164A14-35F5-1B79-D187-D97150320575}"/>
          </ac:spMkLst>
        </pc:spChg>
      </pc:sldChg>
      <pc:sldChg chg="modSp mod">
        <pc:chgData name="Tanay Nagar" userId="58b78990a44adbf5" providerId="LiveId" clId="{1FA4940D-1598-4129-8628-2556B0BD6E35}" dt="2025-12-10T13:57:34.853" v="18"/>
        <pc:sldMkLst>
          <pc:docMk/>
          <pc:sldMk cId="503964829" sldId="267"/>
        </pc:sldMkLst>
        <pc:spChg chg="mod">
          <ac:chgData name="Tanay Nagar" userId="58b78990a44adbf5" providerId="LiveId" clId="{1FA4940D-1598-4129-8628-2556B0BD6E35}" dt="2025-12-10T13:57:34.853" v="18"/>
          <ac:spMkLst>
            <pc:docMk/>
            <pc:sldMk cId="503964829" sldId="267"/>
            <ac:spMk id="2" creationId="{8F1546A0-34C8-067A-BDE5-0BF1C06AB81E}"/>
          </ac:spMkLst>
        </pc:spChg>
        <pc:spChg chg="mod">
          <ac:chgData name="Tanay Nagar" userId="58b78990a44adbf5" providerId="LiveId" clId="{1FA4940D-1598-4129-8628-2556B0BD6E35}" dt="2025-12-10T13:55:55.135" v="6" actId="27636"/>
          <ac:spMkLst>
            <pc:docMk/>
            <pc:sldMk cId="503964829" sldId="267"/>
            <ac:spMk id="3" creationId="{85A456D2-B2E9-9290-4D00-94398FBC17BC}"/>
          </ac:spMkLst>
        </pc:spChg>
      </pc:sldChg>
      <pc:sldChg chg="modSp">
        <pc:chgData name="Tanay Nagar" userId="58b78990a44adbf5" providerId="LiveId" clId="{1FA4940D-1598-4129-8628-2556B0BD6E35}" dt="2025-12-10T13:57:34.853" v="18"/>
        <pc:sldMkLst>
          <pc:docMk/>
          <pc:sldMk cId="2348310078" sldId="268"/>
        </pc:sldMkLst>
        <pc:spChg chg="mod">
          <ac:chgData name="Tanay Nagar" userId="58b78990a44adbf5" providerId="LiveId" clId="{1FA4940D-1598-4129-8628-2556B0BD6E35}" dt="2025-12-10T13:57:34.853" v="18"/>
          <ac:spMkLst>
            <pc:docMk/>
            <pc:sldMk cId="2348310078" sldId="268"/>
            <ac:spMk id="2" creationId="{81C06C53-F671-5952-DDDF-9283B833BE1F}"/>
          </ac:spMkLst>
        </pc:spChg>
        <pc:spChg chg="mod">
          <ac:chgData name="Tanay Nagar" userId="58b78990a44adbf5" providerId="LiveId" clId="{1FA4940D-1598-4129-8628-2556B0BD6E35}" dt="2025-12-10T13:57:34.853" v="18"/>
          <ac:spMkLst>
            <pc:docMk/>
            <pc:sldMk cId="2348310078" sldId="268"/>
            <ac:spMk id="3" creationId="{E7B32CFA-60EB-6B6C-5D3F-3DFA36F0E76A}"/>
          </ac:spMkLst>
        </pc:spChg>
      </pc:sldChg>
      <pc:sldChg chg="modSp">
        <pc:chgData name="Tanay Nagar" userId="58b78990a44adbf5" providerId="LiveId" clId="{1FA4940D-1598-4129-8628-2556B0BD6E35}" dt="2025-12-10T13:57:34.853" v="18"/>
        <pc:sldMkLst>
          <pc:docMk/>
          <pc:sldMk cId="884445679" sldId="273"/>
        </pc:sldMkLst>
        <pc:spChg chg="mod">
          <ac:chgData name="Tanay Nagar" userId="58b78990a44adbf5" providerId="LiveId" clId="{1FA4940D-1598-4129-8628-2556B0BD6E35}" dt="2025-12-10T13:57:34.853" v="18"/>
          <ac:spMkLst>
            <pc:docMk/>
            <pc:sldMk cId="884445679" sldId="273"/>
            <ac:spMk id="2" creationId="{CC63BAF4-6434-4E84-1491-6512658AD329}"/>
          </ac:spMkLst>
        </pc:spChg>
        <pc:spChg chg="mod">
          <ac:chgData name="Tanay Nagar" userId="58b78990a44adbf5" providerId="LiveId" clId="{1FA4940D-1598-4129-8628-2556B0BD6E35}" dt="2025-12-10T13:57:34.853" v="18"/>
          <ac:spMkLst>
            <pc:docMk/>
            <pc:sldMk cId="884445679" sldId="273"/>
            <ac:spMk id="3" creationId="{D4ADABF3-5E76-5295-C764-A5EB28B8CB1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p:nvPr/>
        </p:nvSpPr>
        <p:spPr>
          <a:xfrm flipH="1">
            <a:off x="8167976" y="499167"/>
            <a:ext cx="2014825" cy="1837709"/>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251902" y="154108"/>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flipH="1">
            <a:off x="8355277" y="321430"/>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flipH="1">
            <a:off x="6913668" y="672836"/>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flipH="1">
            <a:off x="8497837" y="16970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5274816" y="1479648"/>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6;p2"/>
          <p:cNvSpPr/>
          <p:nvPr/>
        </p:nvSpPr>
        <p:spPr>
          <a:xfrm flipH="1">
            <a:off x="10633133" y="2186991"/>
            <a:ext cx="605403" cy="387645"/>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2"/>
          <p:cNvSpPr/>
          <p:nvPr/>
        </p:nvSpPr>
        <p:spPr>
          <a:xfrm flipH="1">
            <a:off x="-2" y="5160968"/>
            <a:ext cx="4262727" cy="1775152"/>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 name="Google Shape;18;p2"/>
          <p:cNvGrpSpPr/>
          <p:nvPr/>
        </p:nvGrpSpPr>
        <p:grpSpPr>
          <a:xfrm>
            <a:off x="7073189" y="3939935"/>
            <a:ext cx="6060223" cy="3758975"/>
            <a:chOff x="5304891" y="2954951"/>
            <a:chExt cx="4545167" cy="2819231"/>
          </a:xfrm>
        </p:grpSpPr>
        <p:sp>
          <p:nvSpPr>
            <p:cNvPr id="19" name="Google Shape;19;p2"/>
            <p:cNvSpPr/>
            <p:nvPr/>
          </p:nvSpPr>
          <p:spPr>
            <a:xfrm flipH="1">
              <a:off x="5304891" y="2954951"/>
              <a:ext cx="3843000" cy="2188447"/>
            </a:xfrm>
            <a:custGeom>
              <a:avLst/>
              <a:gdLst/>
              <a:ahLst/>
              <a:cxnLst/>
              <a:rect l="l" t="t" r="r" b="b"/>
              <a:pathLst>
                <a:path w="36343" h="20696" extrusionOk="0">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rot="-3388888" flipH="1">
              <a:off x="7922978" y="4102696"/>
              <a:ext cx="1863989" cy="1152521"/>
            </a:xfrm>
            <a:custGeom>
              <a:avLst/>
              <a:gdLst/>
              <a:ahLst/>
              <a:cxnLst/>
              <a:rect l="l" t="t" r="r" b="b"/>
              <a:pathLst>
                <a:path w="23464" h="14508" extrusionOk="0">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 name="Google Shape;21;p2"/>
          <p:cNvSpPr txBox="1">
            <a:spLocks noGrp="1"/>
          </p:cNvSpPr>
          <p:nvPr>
            <p:ph type="ctrTitle"/>
          </p:nvPr>
        </p:nvSpPr>
        <p:spPr>
          <a:xfrm>
            <a:off x="953467" y="1697033"/>
            <a:ext cx="5610800" cy="29180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22" name="Google Shape;22;p2"/>
          <p:cNvSpPr txBox="1">
            <a:spLocks noGrp="1"/>
          </p:cNvSpPr>
          <p:nvPr>
            <p:ph type="subTitle" idx="1"/>
          </p:nvPr>
        </p:nvSpPr>
        <p:spPr>
          <a:xfrm>
            <a:off x="953467" y="4614967"/>
            <a:ext cx="5806800" cy="54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2067"/>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915237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3"/>
          <p:cNvSpPr/>
          <p:nvPr/>
        </p:nvSpPr>
        <p:spPr>
          <a:xfrm flipH="1">
            <a:off x="595821" y="134467"/>
            <a:ext cx="2401748" cy="2401748"/>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 name="Google Shape;25;p3"/>
          <p:cNvGrpSpPr/>
          <p:nvPr/>
        </p:nvGrpSpPr>
        <p:grpSpPr>
          <a:xfrm>
            <a:off x="5665275" y="4141947"/>
            <a:ext cx="6526740" cy="2716063"/>
            <a:chOff x="4248956" y="3106460"/>
            <a:chExt cx="4895055" cy="2037047"/>
          </a:xfrm>
        </p:grpSpPr>
        <p:sp>
          <p:nvSpPr>
            <p:cNvPr id="26" name="Google Shape;26;p3"/>
            <p:cNvSpPr/>
            <p:nvPr/>
          </p:nvSpPr>
          <p:spPr>
            <a:xfrm>
              <a:off x="4248956" y="3106460"/>
              <a:ext cx="4895055" cy="2037047"/>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a:off x="6671627" y="421694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 name="Google Shape;28;p3"/>
          <p:cNvGrpSpPr/>
          <p:nvPr/>
        </p:nvGrpSpPr>
        <p:grpSpPr>
          <a:xfrm>
            <a:off x="1" y="3182891"/>
            <a:ext cx="4561012" cy="3675205"/>
            <a:chOff x="-9" y="1944524"/>
            <a:chExt cx="3971624" cy="3200283"/>
          </a:xfrm>
        </p:grpSpPr>
        <p:sp>
          <p:nvSpPr>
            <p:cNvPr id="29" name="Google Shape;29;p3"/>
            <p:cNvSpPr/>
            <p:nvPr/>
          </p:nvSpPr>
          <p:spPr>
            <a:xfrm>
              <a:off x="-9" y="1944524"/>
              <a:ext cx="3971624" cy="3200283"/>
            </a:xfrm>
            <a:custGeom>
              <a:avLst/>
              <a:gdLst/>
              <a:ahLst/>
              <a:cxnLst/>
              <a:rect l="l" t="t" r="r" b="b"/>
              <a:pathLst>
                <a:path w="43061" h="34698" extrusionOk="0">
                  <a:moveTo>
                    <a:pt x="4774" y="0"/>
                  </a:moveTo>
                  <a:cubicBezTo>
                    <a:pt x="2155" y="0"/>
                    <a:pt x="0" y="1000"/>
                    <a:pt x="0" y="1000"/>
                  </a:cubicBezTo>
                  <a:lnTo>
                    <a:pt x="0" y="34698"/>
                  </a:lnTo>
                  <a:lnTo>
                    <a:pt x="37531" y="34698"/>
                  </a:lnTo>
                  <a:lnTo>
                    <a:pt x="37547" y="33240"/>
                  </a:lnTo>
                  <a:cubicBezTo>
                    <a:pt x="37547" y="33240"/>
                    <a:pt x="43060" y="32495"/>
                    <a:pt x="41365" y="26428"/>
                  </a:cubicBezTo>
                  <a:cubicBezTo>
                    <a:pt x="40203" y="22256"/>
                    <a:pt x="37744" y="21601"/>
                    <a:pt x="36314" y="21601"/>
                  </a:cubicBezTo>
                  <a:cubicBezTo>
                    <a:pt x="35658" y="21601"/>
                    <a:pt x="35218" y="21738"/>
                    <a:pt x="35218" y="21738"/>
                  </a:cubicBezTo>
                  <a:cubicBezTo>
                    <a:pt x="35218" y="21738"/>
                    <a:pt x="37262" y="17841"/>
                    <a:pt x="34711" y="16447"/>
                  </a:cubicBezTo>
                  <a:cubicBezTo>
                    <a:pt x="34377" y="16267"/>
                    <a:pt x="34050" y="16189"/>
                    <a:pt x="33733" y="16189"/>
                  </a:cubicBezTo>
                  <a:cubicBezTo>
                    <a:pt x="32233" y="16189"/>
                    <a:pt x="30975" y="17937"/>
                    <a:pt x="30386" y="18918"/>
                  </a:cubicBezTo>
                  <a:cubicBezTo>
                    <a:pt x="30624" y="18348"/>
                    <a:pt x="30814" y="17556"/>
                    <a:pt x="30133" y="17112"/>
                  </a:cubicBezTo>
                  <a:cubicBezTo>
                    <a:pt x="29897" y="16957"/>
                    <a:pt x="29645" y="16896"/>
                    <a:pt x="29394" y="16896"/>
                  </a:cubicBezTo>
                  <a:cubicBezTo>
                    <a:pt x="28469" y="16896"/>
                    <a:pt x="27566" y="17730"/>
                    <a:pt x="27566" y="17730"/>
                  </a:cubicBezTo>
                  <a:cubicBezTo>
                    <a:pt x="28755" y="14070"/>
                    <a:pt x="27376" y="13294"/>
                    <a:pt x="26172" y="13025"/>
                  </a:cubicBezTo>
                  <a:cubicBezTo>
                    <a:pt x="25967" y="12979"/>
                    <a:pt x="25772" y="12957"/>
                    <a:pt x="25586" y="12957"/>
                  </a:cubicBezTo>
                  <a:cubicBezTo>
                    <a:pt x="23356" y="12957"/>
                    <a:pt x="22465" y="16035"/>
                    <a:pt x="22465" y="16035"/>
                  </a:cubicBezTo>
                  <a:cubicBezTo>
                    <a:pt x="22335" y="14321"/>
                    <a:pt x="21708" y="13982"/>
                    <a:pt x="21167" y="13982"/>
                  </a:cubicBezTo>
                  <a:cubicBezTo>
                    <a:pt x="21113" y="13982"/>
                    <a:pt x="21059" y="13985"/>
                    <a:pt x="21008" y="13991"/>
                  </a:cubicBezTo>
                  <a:cubicBezTo>
                    <a:pt x="20516" y="14086"/>
                    <a:pt x="20136" y="14498"/>
                    <a:pt x="20073" y="14989"/>
                  </a:cubicBezTo>
                  <a:cubicBezTo>
                    <a:pt x="20060" y="14659"/>
                    <a:pt x="19793" y="14421"/>
                    <a:pt x="19491" y="14421"/>
                  </a:cubicBezTo>
                  <a:cubicBezTo>
                    <a:pt x="19417" y="14421"/>
                    <a:pt x="19340" y="14435"/>
                    <a:pt x="19265" y="14467"/>
                  </a:cubicBezTo>
                  <a:cubicBezTo>
                    <a:pt x="19265" y="14467"/>
                    <a:pt x="20754" y="12486"/>
                    <a:pt x="18805" y="9951"/>
                  </a:cubicBezTo>
                  <a:cubicBezTo>
                    <a:pt x="17859" y="8730"/>
                    <a:pt x="16441" y="8413"/>
                    <a:pt x="15226" y="8413"/>
                  </a:cubicBezTo>
                  <a:cubicBezTo>
                    <a:pt x="13920" y="8413"/>
                    <a:pt x="12849" y="8779"/>
                    <a:pt x="12849" y="8779"/>
                  </a:cubicBezTo>
                  <a:cubicBezTo>
                    <a:pt x="12849" y="8779"/>
                    <a:pt x="12849" y="3266"/>
                    <a:pt x="8840" y="1000"/>
                  </a:cubicBezTo>
                  <a:cubicBezTo>
                    <a:pt x="7510" y="250"/>
                    <a:pt x="6084" y="0"/>
                    <a:pt x="47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3"/>
            <p:cNvSpPr/>
            <p:nvPr/>
          </p:nvSpPr>
          <p:spPr>
            <a:xfrm>
              <a:off x="375469" y="3319157"/>
              <a:ext cx="1649855" cy="807219"/>
            </a:xfrm>
            <a:custGeom>
              <a:avLst/>
              <a:gdLst/>
              <a:ahLst/>
              <a:cxnLst/>
              <a:rect l="l" t="t" r="r" b="b"/>
              <a:pathLst>
                <a:path w="17888" h="8752" extrusionOk="0">
                  <a:moveTo>
                    <a:pt x="10043" y="1"/>
                  </a:moveTo>
                  <a:cubicBezTo>
                    <a:pt x="7145" y="1"/>
                    <a:pt x="6084" y="3523"/>
                    <a:pt x="6084" y="3523"/>
                  </a:cubicBezTo>
                  <a:cubicBezTo>
                    <a:pt x="5060" y="1648"/>
                    <a:pt x="2817" y="1317"/>
                    <a:pt x="1359" y="1317"/>
                  </a:cubicBezTo>
                  <a:cubicBezTo>
                    <a:pt x="563" y="1317"/>
                    <a:pt x="1" y="1416"/>
                    <a:pt x="1" y="1416"/>
                  </a:cubicBezTo>
                  <a:cubicBezTo>
                    <a:pt x="1" y="1416"/>
                    <a:pt x="4294" y="2145"/>
                    <a:pt x="5878" y="5440"/>
                  </a:cubicBezTo>
                  <a:cubicBezTo>
                    <a:pt x="5878" y="5440"/>
                    <a:pt x="7434" y="2457"/>
                    <a:pt x="9770" y="2457"/>
                  </a:cubicBezTo>
                  <a:cubicBezTo>
                    <a:pt x="10027" y="2457"/>
                    <a:pt x="10293" y="2493"/>
                    <a:pt x="10568" y="2573"/>
                  </a:cubicBezTo>
                  <a:cubicBezTo>
                    <a:pt x="13340" y="3396"/>
                    <a:pt x="12881" y="6106"/>
                    <a:pt x="12881" y="6106"/>
                  </a:cubicBezTo>
                  <a:cubicBezTo>
                    <a:pt x="12881" y="6106"/>
                    <a:pt x="13876" y="4823"/>
                    <a:pt x="15053" y="4823"/>
                  </a:cubicBezTo>
                  <a:cubicBezTo>
                    <a:pt x="15229" y="4823"/>
                    <a:pt x="15409" y="4851"/>
                    <a:pt x="15590" y="4917"/>
                  </a:cubicBezTo>
                  <a:cubicBezTo>
                    <a:pt x="16968" y="5408"/>
                    <a:pt x="15653" y="7357"/>
                    <a:pt x="15653" y="7357"/>
                  </a:cubicBezTo>
                  <a:cubicBezTo>
                    <a:pt x="15653" y="7357"/>
                    <a:pt x="16905" y="7500"/>
                    <a:pt x="17095" y="8751"/>
                  </a:cubicBezTo>
                  <a:cubicBezTo>
                    <a:pt x="17855" y="7199"/>
                    <a:pt x="16398" y="7024"/>
                    <a:pt x="16398" y="7024"/>
                  </a:cubicBezTo>
                  <a:cubicBezTo>
                    <a:pt x="16398" y="7024"/>
                    <a:pt x="17887" y="4648"/>
                    <a:pt x="16144" y="3903"/>
                  </a:cubicBezTo>
                  <a:cubicBezTo>
                    <a:pt x="15819" y="3763"/>
                    <a:pt x="15520" y="3706"/>
                    <a:pt x="15250" y="3706"/>
                  </a:cubicBezTo>
                  <a:cubicBezTo>
                    <a:pt x="14391" y="3706"/>
                    <a:pt x="13819" y="4283"/>
                    <a:pt x="13578" y="4585"/>
                  </a:cubicBezTo>
                  <a:cubicBezTo>
                    <a:pt x="14307" y="3381"/>
                    <a:pt x="13689" y="466"/>
                    <a:pt x="10568" y="38"/>
                  </a:cubicBezTo>
                  <a:cubicBezTo>
                    <a:pt x="10386" y="13"/>
                    <a:pt x="10212" y="1"/>
                    <a:pt x="100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3"/>
            <p:cNvSpPr/>
            <p:nvPr/>
          </p:nvSpPr>
          <p:spPr>
            <a:xfrm>
              <a:off x="639992" y="3662078"/>
              <a:ext cx="2164143" cy="1338109"/>
            </a:xfrm>
            <a:custGeom>
              <a:avLst/>
              <a:gdLst/>
              <a:ahLst/>
              <a:cxnLst/>
              <a:rect l="l" t="t" r="r" b="b"/>
              <a:pathLst>
                <a:path w="23464" h="14508" extrusionOk="0">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3"/>
          <p:cNvSpPr/>
          <p:nvPr/>
        </p:nvSpPr>
        <p:spPr>
          <a:xfrm>
            <a:off x="7769677" y="25636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3"/>
          <p:cNvSpPr/>
          <p:nvPr/>
        </p:nvSpPr>
        <p:spPr>
          <a:xfrm flipH="1">
            <a:off x="8701637" y="2209955"/>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3"/>
          <p:cNvSpPr/>
          <p:nvPr/>
        </p:nvSpPr>
        <p:spPr>
          <a:xfrm flipH="1">
            <a:off x="10790600" y="15914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3"/>
          <p:cNvSpPr txBox="1">
            <a:spLocks noGrp="1"/>
          </p:cNvSpPr>
          <p:nvPr>
            <p:ph type="title"/>
          </p:nvPr>
        </p:nvSpPr>
        <p:spPr>
          <a:xfrm>
            <a:off x="2664067" y="2743861"/>
            <a:ext cx="68640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80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36" name="Google Shape;36;p3"/>
          <p:cNvSpPr txBox="1">
            <a:spLocks noGrp="1"/>
          </p:cNvSpPr>
          <p:nvPr>
            <p:ph type="title" idx="2" hasCustomPrompt="1"/>
          </p:nvPr>
        </p:nvSpPr>
        <p:spPr>
          <a:xfrm>
            <a:off x="5115200" y="1661573"/>
            <a:ext cx="1961600" cy="111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666"/>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37" name="Google Shape;37;p3"/>
          <p:cNvSpPr txBox="1">
            <a:spLocks noGrp="1"/>
          </p:cNvSpPr>
          <p:nvPr>
            <p:ph type="subTitle" idx="1"/>
          </p:nvPr>
        </p:nvSpPr>
        <p:spPr>
          <a:xfrm>
            <a:off x="3815233" y="3990200"/>
            <a:ext cx="4561600" cy="53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61479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8"/>
        <p:cNvGrpSpPr/>
        <p:nvPr/>
      </p:nvGrpSpPr>
      <p:grpSpPr>
        <a:xfrm>
          <a:off x="0" y="0"/>
          <a:ext cx="0" cy="0"/>
          <a:chOff x="0" y="0"/>
          <a:chExt cx="0" cy="0"/>
        </a:xfrm>
      </p:grpSpPr>
      <p:sp>
        <p:nvSpPr>
          <p:cNvPr id="39" name="Google Shape;39;p4"/>
          <p:cNvSpPr/>
          <p:nvPr/>
        </p:nvSpPr>
        <p:spPr>
          <a:xfrm flipH="1">
            <a:off x="-439579" y="5992235"/>
            <a:ext cx="2352580" cy="865760"/>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0" name="Google Shape;40;p4"/>
          <p:cNvGrpSpPr/>
          <p:nvPr/>
        </p:nvGrpSpPr>
        <p:grpSpPr>
          <a:xfrm>
            <a:off x="9159001" y="5617934"/>
            <a:ext cx="2980948" cy="1240073"/>
            <a:chOff x="6869250" y="4213450"/>
            <a:chExt cx="2235711" cy="930055"/>
          </a:xfrm>
        </p:grpSpPr>
        <p:sp>
          <p:nvSpPr>
            <p:cNvPr id="41" name="Google Shape;41;p4"/>
            <p:cNvSpPr/>
            <p:nvPr/>
          </p:nvSpPr>
          <p:spPr>
            <a:xfrm>
              <a:off x="6869250" y="4213450"/>
              <a:ext cx="2235711" cy="930055"/>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4"/>
            <p:cNvSpPr/>
            <p:nvPr/>
          </p:nvSpPr>
          <p:spPr>
            <a:xfrm>
              <a:off x="8014493" y="4721085"/>
              <a:ext cx="501097" cy="361073"/>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3" name="Google Shape;43;p4"/>
          <p:cNvSpPr/>
          <p:nvPr/>
        </p:nvSpPr>
        <p:spPr>
          <a:xfrm flipH="1">
            <a:off x="9513403" y="314406"/>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4" name="Google Shape;44;p4"/>
          <p:cNvSpPr/>
          <p:nvPr/>
        </p:nvSpPr>
        <p:spPr>
          <a:xfrm flipH="1">
            <a:off x="10202337" y="78101"/>
            <a:ext cx="3416963" cy="960628"/>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5" name="Google Shape;45;p4"/>
          <p:cNvGrpSpPr/>
          <p:nvPr/>
        </p:nvGrpSpPr>
        <p:grpSpPr>
          <a:xfrm>
            <a:off x="-120513" y="-43573"/>
            <a:ext cx="1187545" cy="1764773"/>
            <a:chOff x="734550" y="2051650"/>
            <a:chExt cx="341825" cy="507975"/>
          </a:xfrm>
        </p:grpSpPr>
        <p:sp>
          <p:nvSpPr>
            <p:cNvPr id="46" name="Google Shape;46;p4"/>
            <p:cNvSpPr/>
            <p:nvPr/>
          </p:nvSpPr>
          <p:spPr>
            <a:xfrm>
              <a:off x="741075" y="2051650"/>
              <a:ext cx="335300" cy="239300"/>
            </a:xfrm>
            <a:custGeom>
              <a:avLst/>
              <a:gdLst/>
              <a:ahLst/>
              <a:cxnLst/>
              <a:rect l="l" t="t" r="r" b="b"/>
              <a:pathLst>
                <a:path w="13412" h="9572" extrusionOk="0">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4"/>
            <p:cNvSpPr/>
            <p:nvPr/>
          </p:nvSpPr>
          <p:spPr>
            <a:xfrm>
              <a:off x="734550" y="2149000"/>
              <a:ext cx="187750" cy="410625"/>
            </a:xfrm>
            <a:custGeom>
              <a:avLst/>
              <a:gdLst/>
              <a:ahLst/>
              <a:cxnLst/>
              <a:rect l="l" t="t" r="r" b="b"/>
              <a:pathLst>
                <a:path w="7510" h="16425" extrusionOk="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4"/>
            <p:cNvSpPr/>
            <p:nvPr/>
          </p:nvSpPr>
          <p:spPr>
            <a:xfrm>
              <a:off x="758700" y="2118950"/>
              <a:ext cx="236475" cy="253100"/>
            </a:xfrm>
            <a:custGeom>
              <a:avLst/>
              <a:gdLst/>
              <a:ahLst/>
              <a:cxnLst/>
              <a:rect l="l" t="t" r="r" b="b"/>
              <a:pathLst>
                <a:path w="9459" h="10124" extrusionOk="0">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9" name="Google Shape;49;p4"/>
          <p:cNvSpPr txBox="1">
            <a:spLocks noGrp="1"/>
          </p:cNvSpPr>
          <p:nvPr>
            <p:ph type="title"/>
          </p:nvPr>
        </p:nvSpPr>
        <p:spPr>
          <a:xfrm>
            <a:off x="960000" y="713333"/>
            <a:ext cx="10272000" cy="64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0" name="Google Shape;50;p4"/>
          <p:cNvSpPr txBox="1">
            <a:spLocks noGrp="1"/>
          </p:cNvSpPr>
          <p:nvPr>
            <p:ph type="body" idx="1"/>
          </p:nvPr>
        </p:nvSpPr>
        <p:spPr>
          <a:xfrm>
            <a:off x="960000" y="1483500"/>
            <a:ext cx="10272000" cy="4661200"/>
          </a:xfrm>
          <a:prstGeom prst="rect">
            <a:avLst/>
          </a:prstGeom>
        </p:spPr>
        <p:txBody>
          <a:bodyPr spcFirstLastPara="1" wrap="square" lIns="91425" tIns="91425" rIns="91425" bIns="91425" anchor="ctr" anchorCtr="0">
            <a:noAutofit/>
          </a:bodyPr>
          <a:lstStyle>
            <a:lvl1pPr marL="609585" lvl="0" indent="-406390" rtl="0">
              <a:lnSpc>
                <a:spcPct val="100000"/>
              </a:lnSpc>
              <a:spcBef>
                <a:spcPts val="0"/>
              </a:spcBef>
              <a:spcAft>
                <a:spcPts val="0"/>
              </a:spcAft>
              <a:buClr>
                <a:schemeClr val="dk1"/>
              </a:buClr>
              <a:buSzPts val="1200"/>
              <a:buAutoNum type="arabicPeriod"/>
              <a:defRPr sz="1600">
                <a:solidFill>
                  <a:srgbClr val="434343"/>
                </a:solidFill>
              </a:defRPr>
            </a:lvl1pPr>
            <a:lvl2pPr marL="1219170" lvl="1" indent="-406390" rtl="0">
              <a:lnSpc>
                <a:spcPct val="100000"/>
              </a:lnSpc>
              <a:spcBef>
                <a:spcPts val="0"/>
              </a:spcBef>
              <a:spcAft>
                <a:spcPts val="0"/>
              </a:spcAft>
              <a:buClr>
                <a:srgbClr val="EFF8FF"/>
              </a:buClr>
              <a:buSzPts val="1200"/>
              <a:buFont typeface="Open Sans"/>
              <a:buAutoNum type="alphaLcPeriod"/>
              <a:defRPr>
                <a:solidFill>
                  <a:srgbClr val="434343"/>
                </a:solidFill>
              </a:defRPr>
            </a:lvl2pPr>
            <a:lvl3pPr marL="1828754" lvl="2" indent="-406390" rtl="0">
              <a:lnSpc>
                <a:spcPct val="100000"/>
              </a:lnSpc>
              <a:spcBef>
                <a:spcPts val="0"/>
              </a:spcBef>
              <a:spcAft>
                <a:spcPts val="0"/>
              </a:spcAft>
              <a:buClr>
                <a:srgbClr val="EFF8FF"/>
              </a:buClr>
              <a:buSzPts val="1200"/>
              <a:buFont typeface="Open Sans"/>
              <a:buAutoNum type="romanLcPeriod"/>
              <a:defRPr>
                <a:solidFill>
                  <a:srgbClr val="434343"/>
                </a:solidFill>
              </a:defRPr>
            </a:lvl3pPr>
            <a:lvl4pPr marL="2438339" lvl="3" indent="-406390" rtl="0">
              <a:lnSpc>
                <a:spcPct val="100000"/>
              </a:lnSpc>
              <a:spcBef>
                <a:spcPts val="0"/>
              </a:spcBef>
              <a:spcAft>
                <a:spcPts val="0"/>
              </a:spcAft>
              <a:buClr>
                <a:srgbClr val="EFF8FF"/>
              </a:buClr>
              <a:buSzPts val="1200"/>
              <a:buFont typeface="Open Sans"/>
              <a:buAutoNum type="arabicPeriod"/>
              <a:defRPr>
                <a:solidFill>
                  <a:srgbClr val="434343"/>
                </a:solidFill>
              </a:defRPr>
            </a:lvl4pPr>
            <a:lvl5pPr marL="3047924" lvl="4" indent="-406390" rtl="0">
              <a:lnSpc>
                <a:spcPct val="100000"/>
              </a:lnSpc>
              <a:spcBef>
                <a:spcPts val="0"/>
              </a:spcBef>
              <a:spcAft>
                <a:spcPts val="0"/>
              </a:spcAft>
              <a:buClr>
                <a:srgbClr val="EFF8FF"/>
              </a:buClr>
              <a:buSzPts val="1200"/>
              <a:buFont typeface="Open Sans"/>
              <a:buAutoNum type="alphaLcPeriod"/>
              <a:defRPr>
                <a:solidFill>
                  <a:srgbClr val="434343"/>
                </a:solidFill>
              </a:defRPr>
            </a:lvl5pPr>
            <a:lvl6pPr marL="3657509" lvl="5" indent="-406390" rtl="0">
              <a:lnSpc>
                <a:spcPct val="100000"/>
              </a:lnSpc>
              <a:spcBef>
                <a:spcPts val="0"/>
              </a:spcBef>
              <a:spcAft>
                <a:spcPts val="0"/>
              </a:spcAft>
              <a:buClr>
                <a:srgbClr val="EFF8FF"/>
              </a:buClr>
              <a:buSzPts val="1200"/>
              <a:buFont typeface="Open Sans"/>
              <a:buAutoNum type="romanLcPeriod"/>
              <a:defRPr>
                <a:solidFill>
                  <a:srgbClr val="434343"/>
                </a:solidFill>
              </a:defRPr>
            </a:lvl6pPr>
            <a:lvl7pPr marL="4267093" lvl="6" indent="-406390" rtl="0">
              <a:lnSpc>
                <a:spcPct val="100000"/>
              </a:lnSpc>
              <a:spcBef>
                <a:spcPts val="0"/>
              </a:spcBef>
              <a:spcAft>
                <a:spcPts val="0"/>
              </a:spcAft>
              <a:buClr>
                <a:srgbClr val="EFF8FF"/>
              </a:buClr>
              <a:buSzPts val="1200"/>
              <a:buFont typeface="Open Sans"/>
              <a:buAutoNum type="arabicPeriod"/>
              <a:defRPr>
                <a:solidFill>
                  <a:srgbClr val="434343"/>
                </a:solidFill>
              </a:defRPr>
            </a:lvl7pPr>
            <a:lvl8pPr marL="4876678" lvl="7" indent="-406390" rtl="0">
              <a:lnSpc>
                <a:spcPct val="100000"/>
              </a:lnSpc>
              <a:spcBef>
                <a:spcPts val="0"/>
              </a:spcBef>
              <a:spcAft>
                <a:spcPts val="0"/>
              </a:spcAft>
              <a:buClr>
                <a:srgbClr val="EFF8FF"/>
              </a:buClr>
              <a:buSzPts val="1200"/>
              <a:buFont typeface="Open Sans"/>
              <a:buAutoNum type="alphaLcPeriod"/>
              <a:defRPr>
                <a:solidFill>
                  <a:srgbClr val="434343"/>
                </a:solidFill>
              </a:defRPr>
            </a:lvl8pPr>
            <a:lvl9pPr marL="5486263" lvl="8" indent="-406390" rtl="0">
              <a:lnSpc>
                <a:spcPct val="100000"/>
              </a:lnSpc>
              <a:spcBef>
                <a:spcPts val="0"/>
              </a:spcBef>
              <a:spcAft>
                <a:spcPts val="0"/>
              </a:spcAft>
              <a:buClr>
                <a:srgbClr val="EFF8FF"/>
              </a:buClr>
              <a:buSzPts val="1200"/>
              <a:buFont typeface="Open Sans"/>
              <a:buAutoNum type="romanLcPeriod"/>
              <a:defRPr>
                <a:solidFill>
                  <a:srgbClr val="434343"/>
                </a:solidFill>
              </a:defRPr>
            </a:lvl9pPr>
          </a:lstStyle>
          <a:p>
            <a:pPr lvl="0"/>
            <a:r>
              <a:rPr lang="en-US"/>
              <a:t>Click to edit Master text styles</a:t>
            </a:r>
          </a:p>
        </p:txBody>
      </p:sp>
    </p:spTree>
    <p:extLst>
      <p:ext uri="{BB962C8B-B14F-4D97-AF65-F5344CB8AC3E}">
        <p14:creationId xmlns:p14="http://schemas.microsoft.com/office/powerpoint/2010/main" val="3479834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51"/>
        <p:cNvGrpSpPr/>
        <p:nvPr/>
      </p:nvGrpSpPr>
      <p:grpSpPr>
        <a:xfrm>
          <a:off x="0" y="0"/>
          <a:ext cx="0" cy="0"/>
          <a:chOff x="0" y="0"/>
          <a:chExt cx="0" cy="0"/>
        </a:xfrm>
      </p:grpSpPr>
      <p:sp>
        <p:nvSpPr>
          <p:cNvPr id="52" name="Google Shape;52;p5"/>
          <p:cNvSpPr/>
          <p:nvPr/>
        </p:nvSpPr>
        <p:spPr>
          <a:xfrm flipH="1">
            <a:off x="319049" y="-761983"/>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 name="Google Shape;53;p5"/>
          <p:cNvSpPr/>
          <p:nvPr/>
        </p:nvSpPr>
        <p:spPr>
          <a:xfrm>
            <a:off x="-1641856" y="203097"/>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4" name="Google Shape;54;p5"/>
          <p:cNvSpPr/>
          <p:nvPr/>
        </p:nvSpPr>
        <p:spPr>
          <a:xfrm flipH="1">
            <a:off x="9017766" y="2031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5"/>
          <p:cNvSpPr/>
          <p:nvPr/>
        </p:nvSpPr>
        <p:spPr>
          <a:xfrm>
            <a:off x="10370751" y="90800"/>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6" name="Google Shape;56;p5"/>
          <p:cNvGrpSpPr/>
          <p:nvPr/>
        </p:nvGrpSpPr>
        <p:grpSpPr>
          <a:xfrm>
            <a:off x="5665275" y="4141947"/>
            <a:ext cx="6526740" cy="2716063"/>
            <a:chOff x="4248956" y="3106460"/>
            <a:chExt cx="4895055" cy="2037047"/>
          </a:xfrm>
        </p:grpSpPr>
        <p:sp>
          <p:nvSpPr>
            <p:cNvPr id="57" name="Google Shape;57;p5"/>
            <p:cNvSpPr/>
            <p:nvPr/>
          </p:nvSpPr>
          <p:spPr>
            <a:xfrm>
              <a:off x="4248956" y="3106460"/>
              <a:ext cx="4895055" cy="2037047"/>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5"/>
            <p:cNvSpPr/>
            <p:nvPr/>
          </p:nvSpPr>
          <p:spPr>
            <a:xfrm>
              <a:off x="6671627" y="421694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9" name="Google Shape;59;p5"/>
          <p:cNvSpPr txBox="1">
            <a:spLocks noGrp="1"/>
          </p:cNvSpPr>
          <p:nvPr>
            <p:ph type="subTitle" idx="1"/>
          </p:nvPr>
        </p:nvSpPr>
        <p:spPr>
          <a:xfrm>
            <a:off x="960000" y="2661833"/>
            <a:ext cx="4044000" cy="951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0" name="Google Shape;60;p5"/>
          <p:cNvSpPr txBox="1">
            <a:spLocks noGrp="1"/>
          </p:cNvSpPr>
          <p:nvPr>
            <p:ph type="subTitle" idx="2"/>
          </p:nvPr>
        </p:nvSpPr>
        <p:spPr>
          <a:xfrm>
            <a:off x="960000" y="4647633"/>
            <a:ext cx="4044000" cy="951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1" name="Google Shape;61;p5"/>
          <p:cNvSpPr txBox="1">
            <a:spLocks noGrp="1"/>
          </p:cNvSpPr>
          <p:nvPr>
            <p:ph type="title"/>
          </p:nvPr>
        </p:nvSpPr>
        <p:spPr>
          <a:xfrm>
            <a:off x="960000" y="713333"/>
            <a:ext cx="10272000" cy="64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62" name="Google Shape;62;p5"/>
          <p:cNvSpPr txBox="1">
            <a:spLocks noGrp="1"/>
          </p:cNvSpPr>
          <p:nvPr>
            <p:ph type="title" idx="3"/>
          </p:nvPr>
        </p:nvSpPr>
        <p:spPr>
          <a:xfrm>
            <a:off x="960000" y="2099700"/>
            <a:ext cx="4044000" cy="539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63" name="Google Shape;63;p5"/>
          <p:cNvSpPr txBox="1">
            <a:spLocks noGrp="1"/>
          </p:cNvSpPr>
          <p:nvPr>
            <p:ph type="title" idx="4"/>
          </p:nvPr>
        </p:nvSpPr>
        <p:spPr>
          <a:xfrm>
            <a:off x="960000" y="4085504"/>
            <a:ext cx="4044000" cy="539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Tree>
    <p:extLst>
      <p:ext uri="{BB962C8B-B14F-4D97-AF65-F5344CB8AC3E}">
        <p14:creationId xmlns:p14="http://schemas.microsoft.com/office/powerpoint/2010/main" val="2924967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4"/>
        <p:cNvGrpSpPr/>
        <p:nvPr/>
      </p:nvGrpSpPr>
      <p:grpSpPr>
        <a:xfrm>
          <a:off x="0" y="0"/>
          <a:ext cx="0" cy="0"/>
          <a:chOff x="0" y="0"/>
          <a:chExt cx="0" cy="0"/>
        </a:xfrm>
      </p:grpSpPr>
      <p:sp>
        <p:nvSpPr>
          <p:cNvPr id="65" name="Google Shape;65;p6"/>
          <p:cNvSpPr/>
          <p:nvPr/>
        </p:nvSpPr>
        <p:spPr>
          <a:xfrm flipH="1">
            <a:off x="9333159" y="-126086"/>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6"/>
          <p:cNvSpPr/>
          <p:nvPr/>
        </p:nvSpPr>
        <p:spPr>
          <a:xfrm flipH="1">
            <a:off x="-119289" y="-130133"/>
            <a:ext cx="2794989" cy="1028565"/>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6"/>
          <p:cNvSpPr/>
          <p:nvPr/>
        </p:nvSpPr>
        <p:spPr>
          <a:xfrm>
            <a:off x="2253216" y="27953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8" name="Google Shape;68;p6"/>
          <p:cNvSpPr txBox="1">
            <a:spLocks noGrp="1"/>
          </p:cNvSpPr>
          <p:nvPr>
            <p:ph type="title"/>
          </p:nvPr>
        </p:nvSpPr>
        <p:spPr>
          <a:xfrm>
            <a:off x="1839200" y="713333"/>
            <a:ext cx="8513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1153586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9"/>
        <p:cNvGrpSpPr/>
        <p:nvPr/>
      </p:nvGrpSpPr>
      <p:grpSpPr>
        <a:xfrm>
          <a:off x="0" y="0"/>
          <a:ext cx="0" cy="0"/>
          <a:chOff x="0" y="0"/>
          <a:chExt cx="0" cy="0"/>
        </a:xfrm>
      </p:grpSpPr>
      <p:grpSp>
        <p:nvGrpSpPr>
          <p:cNvPr id="70" name="Google Shape;70;p7"/>
          <p:cNvGrpSpPr/>
          <p:nvPr/>
        </p:nvGrpSpPr>
        <p:grpSpPr>
          <a:xfrm flipH="1">
            <a:off x="10740693" y="-40984"/>
            <a:ext cx="1547145" cy="2299163"/>
            <a:chOff x="734550" y="2051650"/>
            <a:chExt cx="341825" cy="507975"/>
          </a:xfrm>
        </p:grpSpPr>
        <p:sp>
          <p:nvSpPr>
            <p:cNvPr id="71" name="Google Shape;71;p7"/>
            <p:cNvSpPr/>
            <p:nvPr/>
          </p:nvSpPr>
          <p:spPr>
            <a:xfrm>
              <a:off x="741075" y="2051650"/>
              <a:ext cx="335300" cy="239300"/>
            </a:xfrm>
            <a:custGeom>
              <a:avLst/>
              <a:gdLst/>
              <a:ahLst/>
              <a:cxnLst/>
              <a:rect l="l" t="t" r="r" b="b"/>
              <a:pathLst>
                <a:path w="13412" h="9572" extrusionOk="0">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7"/>
            <p:cNvSpPr/>
            <p:nvPr/>
          </p:nvSpPr>
          <p:spPr>
            <a:xfrm>
              <a:off x="734550" y="2149000"/>
              <a:ext cx="187750" cy="410625"/>
            </a:xfrm>
            <a:custGeom>
              <a:avLst/>
              <a:gdLst/>
              <a:ahLst/>
              <a:cxnLst/>
              <a:rect l="l" t="t" r="r" b="b"/>
              <a:pathLst>
                <a:path w="7510" h="16425" extrusionOk="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7"/>
            <p:cNvSpPr/>
            <p:nvPr/>
          </p:nvSpPr>
          <p:spPr>
            <a:xfrm>
              <a:off x="758700" y="2118950"/>
              <a:ext cx="236475" cy="253100"/>
            </a:xfrm>
            <a:custGeom>
              <a:avLst/>
              <a:gdLst/>
              <a:ahLst/>
              <a:cxnLst/>
              <a:rect l="l" t="t" r="r" b="b"/>
              <a:pathLst>
                <a:path w="9459" h="10124" extrusionOk="0">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 name="Google Shape;74;p7"/>
          <p:cNvSpPr/>
          <p:nvPr/>
        </p:nvSpPr>
        <p:spPr>
          <a:xfrm>
            <a:off x="-701367" y="-41000"/>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5" name="Google Shape;75;p7"/>
          <p:cNvGrpSpPr/>
          <p:nvPr/>
        </p:nvGrpSpPr>
        <p:grpSpPr>
          <a:xfrm>
            <a:off x="7126866" y="4951982"/>
            <a:ext cx="5065205" cy="2109245"/>
            <a:chOff x="5345149" y="3561586"/>
            <a:chExt cx="3798904" cy="1581934"/>
          </a:xfrm>
        </p:grpSpPr>
        <p:sp>
          <p:nvSpPr>
            <p:cNvPr id="76" name="Google Shape;76;p7"/>
            <p:cNvSpPr/>
            <p:nvPr/>
          </p:nvSpPr>
          <p:spPr>
            <a:xfrm>
              <a:off x="5345149" y="3561586"/>
              <a:ext cx="3798904" cy="1581934"/>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 name="Google Shape;77;p7"/>
            <p:cNvSpPr/>
            <p:nvPr/>
          </p:nvSpPr>
          <p:spPr>
            <a:xfrm>
              <a:off x="8359057" y="4098269"/>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 name="Google Shape;78;p7"/>
          <p:cNvSpPr/>
          <p:nvPr/>
        </p:nvSpPr>
        <p:spPr>
          <a:xfrm flipH="1">
            <a:off x="395463" y="6079301"/>
            <a:ext cx="918869" cy="337700"/>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9" name="Google Shape;79;p7"/>
          <p:cNvSpPr txBox="1">
            <a:spLocks noGrp="1"/>
          </p:cNvSpPr>
          <p:nvPr>
            <p:ph type="title"/>
          </p:nvPr>
        </p:nvSpPr>
        <p:spPr>
          <a:xfrm>
            <a:off x="953467" y="1239667"/>
            <a:ext cx="4557600" cy="130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0" name="Google Shape;80;p7"/>
          <p:cNvSpPr txBox="1">
            <a:spLocks noGrp="1"/>
          </p:cNvSpPr>
          <p:nvPr>
            <p:ph type="body" idx="1"/>
          </p:nvPr>
        </p:nvSpPr>
        <p:spPr>
          <a:xfrm>
            <a:off x="953467" y="2623933"/>
            <a:ext cx="5065200" cy="3096000"/>
          </a:xfrm>
          <a:prstGeom prst="rect">
            <a:avLst/>
          </a:prstGeom>
        </p:spPr>
        <p:txBody>
          <a:bodyPr spcFirstLastPara="1" wrap="square" lIns="91425" tIns="91425" rIns="91425" bIns="91425" anchor="ctr" anchorCtr="0">
            <a:noAutofit/>
          </a:bodyPr>
          <a:lstStyle>
            <a:lvl1pPr marL="609585" lvl="0" indent="-423323" rtl="0">
              <a:spcBef>
                <a:spcPts val="0"/>
              </a:spcBef>
              <a:spcAft>
                <a:spcPts val="0"/>
              </a:spcAft>
              <a:buClr>
                <a:schemeClr val="dk1"/>
              </a:buClr>
              <a:buSzPts val="1400"/>
              <a:buChar char="●"/>
              <a:defRPr sz="1867">
                <a:solidFill>
                  <a:srgbClr val="434343"/>
                </a:solidFill>
                <a:latin typeface="Roboto"/>
                <a:ea typeface="Roboto"/>
                <a:cs typeface="Roboto"/>
                <a:sym typeface="Roboto"/>
              </a:defRPr>
            </a:lvl1pPr>
            <a:lvl2pPr marL="1219170" lvl="1" indent="-423323" rtl="0">
              <a:lnSpc>
                <a:spcPct val="115000"/>
              </a:lnSpc>
              <a:spcBef>
                <a:spcPts val="0"/>
              </a:spcBef>
              <a:spcAft>
                <a:spcPts val="0"/>
              </a:spcAft>
              <a:buClr>
                <a:srgbClr val="EFF8FF"/>
              </a:buClr>
              <a:buSzPts val="1400"/>
              <a:buFont typeface="Roboto"/>
              <a:buChar char="○"/>
              <a:defRPr>
                <a:solidFill>
                  <a:srgbClr val="434343"/>
                </a:solidFill>
              </a:defRPr>
            </a:lvl2pPr>
            <a:lvl3pPr marL="1828754" lvl="2" indent="-423323" rtl="0">
              <a:lnSpc>
                <a:spcPct val="115000"/>
              </a:lnSpc>
              <a:spcBef>
                <a:spcPts val="0"/>
              </a:spcBef>
              <a:spcAft>
                <a:spcPts val="0"/>
              </a:spcAft>
              <a:buClr>
                <a:srgbClr val="EFF8FF"/>
              </a:buClr>
              <a:buSzPts val="1400"/>
              <a:buFont typeface="Roboto"/>
              <a:buChar char="■"/>
              <a:defRPr>
                <a:solidFill>
                  <a:srgbClr val="434343"/>
                </a:solidFill>
              </a:defRPr>
            </a:lvl3pPr>
            <a:lvl4pPr marL="2438339" lvl="3" indent="-423323" rtl="0">
              <a:lnSpc>
                <a:spcPct val="115000"/>
              </a:lnSpc>
              <a:spcBef>
                <a:spcPts val="0"/>
              </a:spcBef>
              <a:spcAft>
                <a:spcPts val="0"/>
              </a:spcAft>
              <a:buClr>
                <a:srgbClr val="EFF8FF"/>
              </a:buClr>
              <a:buSzPts val="1400"/>
              <a:buFont typeface="Roboto"/>
              <a:buChar char="●"/>
              <a:defRPr>
                <a:solidFill>
                  <a:srgbClr val="434343"/>
                </a:solidFill>
              </a:defRPr>
            </a:lvl4pPr>
            <a:lvl5pPr marL="3047924" lvl="4" indent="-423323" rtl="0">
              <a:lnSpc>
                <a:spcPct val="115000"/>
              </a:lnSpc>
              <a:spcBef>
                <a:spcPts val="0"/>
              </a:spcBef>
              <a:spcAft>
                <a:spcPts val="0"/>
              </a:spcAft>
              <a:buClr>
                <a:srgbClr val="EFF8FF"/>
              </a:buClr>
              <a:buSzPts val="1400"/>
              <a:buFont typeface="Roboto"/>
              <a:buChar char="○"/>
              <a:defRPr>
                <a:solidFill>
                  <a:srgbClr val="434343"/>
                </a:solidFill>
              </a:defRPr>
            </a:lvl5pPr>
            <a:lvl6pPr marL="3657509" lvl="5" indent="-423323" rtl="0">
              <a:lnSpc>
                <a:spcPct val="115000"/>
              </a:lnSpc>
              <a:spcBef>
                <a:spcPts val="0"/>
              </a:spcBef>
              <a:spcAft>
                <a:spcPts val="0"/>
              </a:spcAft>
              <a:buClr>
                <a:srgbClr val="EFF8FF"/>
              </a:buClr>
              <a:buSzPts val="1400"/>
              <a:buFont typeface="Roboto"/>
              <a:buChar char="■"/>
              <a:defRPr>
                <a:solidFill>
                  <a:srgbClr val="434343"/>
                </a:solidFill>
              </a:defRPr>
            </a:lvl6pPr>
            <a:lvl7pPr marL="4267093" lvl="6" indent="-423323" rtl="0">
              <a:lnSpc>
                <a:spcPct val="115000"/>
              </a:lnSpc>
              <a:spcBef>
                <a:spcPts val="0"/>
              </a:spcBef>
              <a:spcAft>
                <a:spcPts val="0"/>
              </a:spcAft>
              <a:buClr>
                <a:srgbClr val="EFF8FF"/>
              </a:buClr>
              <a:buSzPts val="1400"/>
              <a:buFont typeface="Roboto"/>
              <a:buChar char="●"/>
              <a:defRPr>
                <a:solidFill>
                  <a:srgbClr val="434343"/>
                </a:solidFill>
              </a:defRPr>
            </a:lvl7pPr>
            <a:lvl8pPr marL="4876678" lvl="7" indent="-423323" rtl="0">
              <a:lnSpc>
                <a:spcPct val="115000"/>
              </a:lnSpc>
              <a:spcBef>
                <a:spcPts val="0"/>
              </a:spcBef>
              <a:spcAft>
                <a:spcPts val="0"/>
              </a:spcAft>
              <a:buClr>
                <a:srgbClr val="EFF8FF"/>
              </a:buClr>
              <a:buSzPts val="1400"/>
              <a:buFont typeface="Roboto"/>
              <a:buChar char="○"/>
              <a:defRPr>
                <a:solidFill>
                  <a:srgbClr val="434343"/>
                </a:solidFill>
              </a:defRPr>
            </a:lvl8pPr>
            <a:lvl9pPr marL="5486263" lvl="8" indent="-423323" rtl="0">
              <a:lnSpc>
                <a:spcPct val="115000"/>
              </a:lnSpc>
              <a:spcBef>
                <a:spcPts val="0"/>
              </a:spcBef>
              <a:spcAft>
                <a:spcPts val="0"/>
              </a:spcAft>
              <a:buClr>
                <a:srgbClr val="EFF8FF"/>
              </a:buClr>
              <a:buSzPts val="1400"/>
              <a:buFont typeface="Roboto"/>
              <a:buChar char="■"/>
              <a:defRPr>
                <a:solidFill>
                  <a:srgbClr val="434343"/>
                </a:solidFill>
              </a:defRPr>
            </a:lvl9pPr>
          </a:lstStyle>
          <a:p>
            <a:pPr lvl="0"/>
            <a:r>
              <a:rPr lang="en-US"/>
              <a:t>Click to edit Master text styles</a:t>
            </a:r>
          </a:p>
        </p:txBody>
      </p:sp>
    </p:spTree>
    <p:extLst>
      <p:ext uri="{BB962C8B-B14F-4D97-AF65-F5344CB8AC3E}">
        <p14:creationId xmlns:p14="http://schemas.microsoft.com/office/powerpoint/2010/main" val="1811903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1"/>
        <p:cNvGrpSpPr/>
        <p:nvPr/>
      </p:nvGrpSpPr>
      <p:grpSpPr>
        <a:xfrm>
          <a:off x="0" y="0"/>
          <a:ext cx="0" cy="0"/>
          <a:chOff x="0" y="0"/>
          <a:chExt cx="0" cy="0"/>
        </a:xfrm>
      </p:grpSpPr>
      <p:grpSp>
        <p:nvGrpSpPr>
          <p:cNvPr id="82" name="Google Shape;82;p8"/>
          <p:cNvGrpSpPr/>
          <p:nvPr/>
        </p:nvGrpSpPr>
        <p:grpSpPr>
          <a:xfrm rot="10800000">
            <a:off x="-945188" y="-904674"/>
            <a:ext cx="5755423" cy="3250975"/>
            <a:chOff x="5533491" y="3107351"/>
            <a:chExt cx="4316567" cy="2438231"/>
          </a:xfrm>
        </p:grpSpPr>
        <p:sp>
          <p:nvSpPr>
            <p:cNvPr id="83" name="Google Shape;83;p8"/>
            <p:cNvSpPr/>
            <p:nvPr/>
          </p:nvSpPr>
          <p:spPr>
            <a:xfrm flipH="1">
              <a:off x="5533491" y="3107351"/>
              <a:ext cx="3843000" cy="2188447"/>
            </a:xfrm>
            <a:custGeom>
              <a:avLst/>
              <a:gdLst/>
              <a:ahLst/>
              <a:cxnLst/>
              <a:rect l="l" t="t" r="r" b="b"/>
              <a:pathLst>
                <a:path w="36343" h="20696" extrusionOk="0">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8"/>
            <p:cNvSpPr/>
            <p:nvPr/>
          </p:nvSpPr>
          <p:spPr>
            <a:xfrm rot="-3388888" flipH="1">
              <a:off x="7922978" y="3874096"/>
              <a:ext cx="1863989" cy="1152521"/>
            </a:xfrm>
            <a:custGeom>
              <a:avLst/>
              <a:gdLst/>
              <a:ahLst/>
              <a:cxnLst/>
              <a:rect l="l" t="t" r="r" b="b"/>
              <a:pathLst>
                <a:path w="23464" h="14508" extrusionOk="0">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5" name="Google Shape;85;p8"/>
          <p:cNvSpPr/>
          <p:nvPr/>
        </p:nvSpPr>
        <p:spPr>
          <a:xfrm flipH="1">
            <a:off x="9855415" y="-246299"/>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6" name="Google Shape;86;p8"/>
          <p:cNvSpPr/>
          <p:nvPr/>
        </p:nvSpPr>
        <p:spPr>
          <a:xfrm flipH="1">
            <a:off x="7432711" y="713330"/>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7" name="Google Shape;87;p8"/>
          <p:cNvSpPr/>
          <p:nvPr/>
        </p:nvSpPr>
        <p:spPr>
          <a:xfrm flipH="1">
            <a:off x="5665837" y="1322027"/>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8" name="Google Shape;88;p8"/>
          <p:cNvSpPr/>
          <p:nvPr/>
        </p:nvSpPr>
        <p:spPr>
          <a:xfrm flipH="1">
            <a:off x="9961766" y="3823665"/>
            <a:ext cx="682201" cy="6138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 name="Google Shape;89;p8"/>
          <p:cNvSpPr/>
          <p:nvPr/>
        </p:nvSpPr>
        <p:spPr>
          <a:xfrm flipH="1">
            <a:off x="-29" y="4668179"/>
            <a:ext cx="5451887" cy="2267983"/>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0" name="Google Shape;90;p8"/>
          <p:cNvGrpSpPr/>
          <p:nvPr/>
        </p:nvGrpSpPr>
        <p:grpSpPr>
          <a:xfrm>
            <a:off x="6745970" y="4668204"/>
            <a:ext cx="5446100" cy="2267931"/>
            <a:chOff x="5059477" y="3501153"/>
            <a:chExt cx="4084575" cy="1700948"/>
          </a:xfrm>
        </p:grpSpPr>
        <p:sp>
          <p:nvSpPr>
            <p:cNvPr id="91" name="Google Shape;91;p8"/>
            <p:cNvSpPr/>
            <p:nvPr/>
          </p:nvSpPr>
          <p:spPr>
            <a:xfrm>
              <a:off x="5059477" y="3501153"/>
              <a:ext cx="4084575" cy="1700948"/>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8"/>
            <p:cNvSpPr/>
            <p:nvPr/>
          </p:nvSpPr>
          <p:spPr>
            <a:xfrm>
              <a:off x="7391552" y="4351448"/>
              <a:ext cx="916461" cy="660369"/>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 name="Google Shape;93;p8"/>
          <p:cNvSpPr/>
          <p:nvPr/>
        </p:nvSpPr>
        <p:spPr>
          <a:xfrm flipH="1">
            <a:off x="1281033" y="34290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 name="Google Shape;94;p8"/>
          <p:cNvSpPr txBox="1">
            <a:spLocks noGrp="1"/>
          </p:cNvSpPr>
          <p:nvPr>
            <p:ph type="title"/>
          </p:nvPr>
        </p:nvSpPr>
        <p:spPr>
          <a:xfrm>
            <a:off x="2336600" y="1873400"/>
            <a:ext cx="7518800" cy="31112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6000"/>
              <a:buNone/>
              <a:defRPr sz="10666"/>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2544043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5"/>
        <p:cNvGrpSpPr/>
        <p:nvPr/>
      </p:nvGrpSpPr>
      <p:grpSpPr>
        <a:xfrm>
          <a:off x="0" y="0"/>
          <a:ext cx="0" cy="0"/>
          <a:chOff x="0" y="0"/>
          <a:chExt cx="0" cy="0"/>
        </a:xfrm>
      </p:grpSpPr>
      <p:grpSp>
        <p:nvGrpSpPr>
          <p:cNvPr id="96" name="Google Shape;96;p9"/>
          <p:cNvGrpSpPr/>
          <p:nvPr/>
        </p:nvGrpSpPr>
        <p:grpSpPr>
          <a:xfrm>
            <a:off x="9356610" y="131241"/>
            <a:ext cx="3351853" cy="3805539"/>
            <a:chOff x="652975" y="879525"/>
            <a:chExt cx="838075" cy="951575"/>
          </a:xfrm>
        </p:grpSpPr>
        <p:sp>
          <p:nvSpPr>
            <p:cNvPr id="97" name="Google Shape;97;p9"/>
            <p:cNvSpPr/>
            <p:nvPr/>
          </p:nvSpPr>
          <p:spPr>
            <a:xfrm>
              <a:off x="653750" y="1109175"/>
              <a:ext cx="361625" cy="332250"/>
            </a:xfrm>
            <a:custGeom>
              <a:avLst/>
              <a:gdLst/>
              <a:ahLst/>
              <a:cxnLst/>
              <a:rect l="l" t="t" r="r" b="b"/>
              <a:pathLst>
                <a:path w="14465" h="13290" extrusionOk="0">
                  <a:moveTo>
                    <a:pt x="10359" y="0"/>
                  </a:moveTo>
                  <a:cubicBezTo>
                    <a:pt x="9828" y="0"/>
                    <a:pt x="9234" y="108"/>
                    <a:pt x="8572" y="360"/>
                  </a:cubicBezTo>
                  <a:cubicBezTo>
                    <a:pt x="8572" y="360"/>
                    <a:pt x="10789" y="2214"/>
                    <a:pt x="10504" y="2325"/>
                  </a:cubicBezTo>
                  <a:cubicBezTo>
                    <a:pt x="10497" y="2327"/>
                    <a:pt x="10488" y="2328"/>
                    <a:pt x="10479" y="2328"/>
                  </a:cubicBezTo>
                  <a:cubicBezTo>
                    <a:pt x="10127" y="2328"/>
                    <a:pt x="8476" y="758"/>
                    <a:pt x="7596" y="758"/>
                  </a:cubicBezTo>
                  <a:cubicBezTo>
                    <a:pt x="7549" y="758"/>
                    <a:pt x="7505" y="763"/>
                    <a:pt x="7463" y="772"/>
                  </a:cubicBezTo>
                  <a:cubicBezTo>
                    <a:pt x="6607" y="946"/>
                    <a:pt x="6354" y="1184"/>
                    <a:pt x="6354" y="1184"/>
                  </a:cubicBezTo>
                  <a:cubicBezTo>
                    <a:pt x="6354" y="1184"/>
                    <a:pt x="9966" y="2515"/>
                    <a:pt x="9348" y="3006"/>
                  </a:cubicBezTo>
                  <a:cubicBezTo>
                    <a:pt x="9284" y="3057"/>
                    <a:pt x="9204" y="3079"/>
                    <a:pt x="9111" y="3079"/>
                  </a:cubicBezTo>
                  <a:cubicBezTo>
                    <a:pt x="8382" y="3079"/>
                    <a:pt x="6839" y="1702"/>
                    <a:pt x="5813" y="1702"/>
                  </a:cubicBezTo>
                  <a:cubicBezTo>
                    <a:pt x="5701" y="1702"/>
                    <a:pt x="5596" y="1718"/>
                    <a:pt x="5498" y="1754"/>
                  </a:cubicBezTo>
                  <a:cubicBezTo>
                    <a:pt x="4389" y="2166"/>
                    <a:pt x="1759" y="3941"/>
                    <a:pt x="1759" y="3941"/>
                  </a:cubicBezTo>
                  <a:cubicBezTo>
                    <a:pt x="1759" y="3941"/>
                    <a:pt x="5641" y="4701"/>
                    <a:pt x="5213" y="5145"/>
                  </a:cubicBezTo>
                  <a:cubicBezTo>
                    <a:pt x="5153" y="5202"/>
                    <a:pt x="5042" y="5226"/>
                    <a:pt x="4892" y="5226"/>
                  </a:cubicBezTo>
                  <a:cubicBezTo>
                    <a:pt x="4179" y="5226"/>
                    <a:pt x="2597" y="4688"/>
                    <a:pt x="1619" y="4688"/>
                  </a:cubicBezTo>
                  <a:cubicBezTo>
                    <a:pt x="1272" y="4688"/>
                    <a:pt x="1001" y="4756"/>
                    <a:pt x="872" y="4939"/>
                  </a:cubicBezTo>
                  <a:cubicBezTo>
                    <a:pt x="286" y="5747"/>
                    <a:pt x="1" y="8186"/>
                    <a:pt x="1" y="8186"/>
                  </a:cubicBezTo>
                  <a:cubicBezTo>
                    <a:pt x="1" y="8186"/>
                    <a:pt x="1515" y="7492"/>
                    <a:pt x="2171" y="7492"/>
                  </a:cubicBezTo>
                  <a:cubicBezTo>
                    <a:pt x="2319" y="7492"/>
                    <a:pt x="2424" y="7528"/>
                    <a:pt x="2456" y="7616"/>
                  </a:cubicBezTo>
                  <a:cubicBezTo>
                    <a:pt x="2631" y="8076"/>
                    <a:pt x="460" y="8884"/>
                    <a:pt x="365" y="9185"/>
                  </a:cubicBezTo>
                  <a:cubicBezTo>
                    <a:pt x="286" y="9470"/>
                    <a:pt x="1601" y="11450"/>
                    <a:pt x="1791" y="13050"/>
                  </a:cubicBezTo>
                  <a:cubicBezTo>
                    <a:pt x="1810" y="13214"/>
                    <a:pt x="1833" y="13290"/>
                    <a:pt x="1863" y="13290"/>
                  </a:cubicBezTo>
                  <a:cubicBezTo>
                    <a:pt x="2125" y="13290"/>
                    <a:pt x="2954" y="7541"/>
                    <a:pt x="7304" y="5224"/>
                  </a:cubicBezTo>
                  <a:cubicBezTo>
                    <a:pt x="10379" y="3586"/>
                    <a:pt x="12013" y="3287"/>
                    <a:pt x="12798" y="3287"/>
                  </a:cubicBezTo>
                  <a:cubicBezTo>
                    <a:pt x="13250" y="3287"/>
                    <a:pt x="13419" y="3386"/>
                    <a:pt x="13419" y="3386"/>
                  </a:cubicBezTo>
                  <a:lnTo>
                    <a:pt x="11994" y="4036"/>
                  </a:lnTo>
                  <a:lnTo>
                    <a:pt x="14465" y="3861"/>
                  </a:lnTo>
                  <a:cubicBezTo>
                    <a:pt x="14465" y="3861"/>
                    <a:pt x="13535" y="0"/>
                    <a:pt x="10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9"/>
            <p:cNvSpPr/>
            <p:nvPr/>
          </p:nvSpPr>
          <p:spPr>
            <a:xfrm>
              <a:off x="871200" y="1180350"/>
              <a:ext cx="172300" cy="472975"/>
            </a:xfrm>
            <a:custGeom>
              <a:avLst/>
              <a:gdLst/>
              <a:ahLst/>
              <a:cxnLst/>
              <a:rect l="l" t="t" r="r" b="b"/>
              <a:pathLst>
                <a:path w="6892" h="18919" extrusionOk="0">
                  <a:moveTo>
                    <a:pt x="6106" y="0"/>
                  </a:moveTo>
                  <a:cubicBezTo>
                    <a:pt x="5666" y="0"/>
                    <a:pt x="3360" y="39"/>
                    <a:pt x="2630" y="840"/>
                  </a:cubicBezTo>
                  <a:cubicBezTo>
                    <a:pt x="1822" y="1727"/>
                    <a:pt x="1078" y="3502"/>
                    <a:pt x="1078" y="3502"/>
                  </a:cubicBezTo>
                  <a:cubicBezTo>
                    <a:pt x="1078" y="3502"/>
                    <a:pt x="2540" y="3060"/>
                    <a:pt x="3222" y="3060"/>
                  </a:cubicBezTo>
                  <a:cubicBezTo>
                    <a:pt x="3435" y="3060"/>
                    <a:pt x="3572" y="3103"/>
                    <a:pt x="3565" y="3217"/>
                  </a:cubicBezTo>
                  <a:cubicBezTo>
                    <a:pt x="3549" y="3692"/>
                    <a:pt x="777" y="3581"/>
                    <a:pt x="745" y="4801"/>
                  </a:cubicBezTo>
                  <a:cubicBezTo>
                    <a:pt x="761" y="5403"/>
                    <a:pt x="697" y="6005"/>
                    <a:pt x="571" y="6591"/>
                  </a:cubicBezTo>
                  <a:cubicBezTo>
                    <a:pt x="571" y="6591"/>
                    <a:pt x="3212" y="4784"/>
                    <a:pt x="3832" y="4784"/>
                  </a:cubicBezTo>
                  <a:cubicBezTo>
                    <a:pt x="3911" y="4784"/>
                    <a:pt x="3957" y="4814"/>
                    <a:pt x="3961" y="4880"/>
                  </a:cubicBezTo>
                  <a:cubicBezTo>
                    <a:pt x="3993" y="5466"/>
                    <a:pt x="681" y="7146"/>
                    <a:pt x="396" y="7985"/>
                  </a:cubicBezTo>
                  <a:cubicBezTo>
                    <a:pt x="111" y="8825"/>
                    <a:pt x="0" y="11993"/>
                    <a:pt x="444" y="13166"/>
                  </a:cubicBezTo>
                  <a:cubicBezTo>
                    <a:pt x="486" y="13282"/>
                    <a:pt x="539" y="13333"/>
                    <a:pt x="601" y="13333"/>
                  </a:cubicBezTo>
                  <a:cubicBezTo>
                    <a:pt x="1100" y="13333"/>
                    <a:pt x="2182" y="10016"/>
                    <a:pt x="2930" y="10016"/>
                  </a:cubicBezTo>
                  <a:cubicBezTo>
                    <a:pt x="3033" y="10016"/>
                    <a:pt x="3129" y="10078"/>
                    <a:pt x="3216" y="10219"/>
                  </a:cubicBezTo>
                  <a:cubicBezTo>
                    <a:pt x="4024" y="11518"/>
                    <a:pt x="507" y="12611"/>
                    <a:pt x="1188" y="14497"/>
                  </a:cubicBezTo>
                  <a:cubicBezTo>
                    <a:pt x="1886" y="16366"/>
                    <a:pt x="4278" y="18758"/>
                    <a:pt x="5117" y="18917"/>
                  </a:cubicBezTo>
                  <a:cubicBezTo>
                    <a:pt x="5125" y="18918"/>
                    <a:pt x="5132" y="18919"/>
                    <a:pt x="5139" y="18919"/>
                  </a:cubicBezTo>
                  <a:cubicBezTo>
                    <a:pt x="5884" y="18919"/>
                    <a:pt x="2871" y="10637"/>
                    <a:pt x="4864" y="6211"/>
                  </a:cubicBezTo>
                  <a:cubicBezTo>
                    <a:pt x="6892" y="1727"/>
                    <a:pt x="6179" y="1"/>
                    <a:pt x="6179" y="1"/>
                  </a:cubicBezTo>
                  <a:cubicBezTo>
                    <a:pt x="6179" y="1"/>
                    <a:pt x="6153"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99;p9"/>
            <p:cNvSpPr/>
            <p:nvPr/>
          </p:nvSpPr>
          <p:spPr>
            <a:xfrm>
              <a:off x="974175" y="1171250"/>
              <a:ext cx="207950" cy="334625"/>
            </a:xfrm>
            <a:custGeom>
              <a:avLst/>
              <a:gdLst/>
              <a:ahLst/>
              <a:cxnLst/>
              <a:rect l="l" t="t" r="r" b="b"/>
              <a:pathLst>
                <a:path w="8318" h="13385" extrusionOk="0">
                  <a:moveTo>
                    <a:pt x="3216" y="0"/>
                  </a:moveTo>
                  <a:cubicBezTo>
                    <a:pt x="3216" y="0"/>
                    <a:pt x="0" y="143"/>
                    <a:pt x="634" y="4959"/>
                  </a:cubicBezTo>
                  <a:cubicBezTo>
                    <a:pt x="634" y="4959"/>
                    <a:pt x="1813" y="3887"/>
                    <a:pt x="2249" y="3887"/>
                  </a:cubicBezTo>
                  <a:cubicBezTo>
                    <a:pt x="2287" y="3887"/>
                    <a:pt x="2320" y="3895"/>
                    <a:pt x="2345" y="3913"/>
                  </a:cubicBezTo>
                  <a:cubicBezTo>
                    <a:pt x="2662" y="4135"/>
                    <a:pt x="808" y="4674"/>
                    <a:pt x="888" y="5640"/>
                  </a:cubicBezTo>
                  <a:cubicBezTo>
                    <a:pt x="983" y="6607"/>
                    <a:pt x="1030" y="7129"/>
                    <a:pt x="1030" y="7129"/>
                  </a:cubicBezTo>
                  <a:cubicBezTo>
                    <a:pt x="1030" y="7129"/>
                    <a:pt x="2246" y="4952"/>
                    <a:pt x="2661" y="4952"/>
                  </a:cubicBezTo>
                  <a:cubicBezTo>
                    <a:pt x="2685" y="4952"/>
                    <a:pt x="2707" y="4959"/>
                    <a:pt x="2725" y="4975"/>
                  </a:cubicBezTo>
                  <a:cubicBezTo>
                    <a:pt x="3074" y="5244"/>
                    <a:pt x="1442" y="7177"/>
                    <a:pt x="1394" y="8127"/>
                  </a:cubicBezTo>
                  <a:cubicBezTo>
                    <a:pt x="1347" y="9078"/>
                    <a:pt x="2393" y="10821"/>
                    <a:pt x="2393" y="10821"/>
                  </a:cubicBezTo>
                  <a:cubicBezTo>
                    <a:pt x="2393" y="10821"/>
                    <a:pt x="3521" y="8646"/>
                    <a:pt x="3854" y="8646"/>
                  </a:cubicBezTo>
                  <a:cubicBezTo>
                    <a:pt x="3878" y="8646"/>
                    <a:pt x="3898" y="8657"/>
                    <a:pt x="3913" y="8682"/>
                  </a:cubicBezTo>
                  <a:cubicBezTo>
                    <a:pt x="4135" y="9046"/>
                    <a:pt x="2662" y="10456"/>
                    <a:pt x="3042" y="11518"/>
                  </a:cubicBezTo>
                  <a:cubicBezTo>
                    <a:pt x="3389" y="12433"/>
                    <a:pt x="5726" y="13385"/>
                    <a:pt x="6930" y="13385"/>
                  </a:cubicBezTo>
                  <a:cubicBezTo>
                    <a:pt x="7102" y="13385"/>
                    <a:pt x="7251" y="13365"/>
                    <a:pt x="7367" y="13324"/>
                  </a:cubicBezTo>
                  <a:cubicBezTo>
                    <a:pt x="8318" y="12975"/>
                    <a:pt x="4389" y="8286"/>
                    <a:pt x="3834" y="5894"/>
                  </a:cubicBezTo>
                  <a:cubicBezTo>
                    <a:pt x="3296" y="3501"/>
                    <a:pt x="3216" y="0"/>
                    <a:pt x="32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 name="Google Shape;100;p9"/>
            <p:cNvSpPr/>
            <p:nvPr/>
          </p:nvSpPr>
          <p:spPr>
            <a:xfrm>
              <a:off x="652975" y="1026200"/>
              <a:ext cx="389350" cy="176350"/>
            </a:xfrm>
            <a:custGeom>
              <a:avLst/>
              <a:gdLst/>
              <a:ahLst/>
              <a:cxnLst/>
              <a:rect l="l" t="t" r="r" b="b"/>
              <a:pathLst>
                <a:path w="15574" h="7054" extrusionOk="0">
                  <a:moveTo>
                    <a:pt x="5673" y="0"/>
                  </a:moveTo>
                  <a:cubicBezTo>
                    <a:pt x="5394" y="0"/>
                    <a:pt x="5116" y="66"/>
                    <a:pt x="4848" y="226"/>
                  </a:cubicBezTo>
                  <a:cubicBezTo>
                    <a:pt x="4848" y="226"/>
                    <a:pt x="6844" y="1445"/>
                    <a:pt x="6305" y="1794"/>
                  </a:cubicBezTo>
                  <a:cubicBezTo>
                    <a:pt x="6262" y="1821"/>
                    <a:pt x="6212" y="1834"/>
                    <a:pt x="6155" y="1834"/>
                  </a:cubicBezTo>
                  <a:cubicBezTo>
                    <a:pt x="5653" y="1834"/>
                    <a:pt x="4666" y="855"/>
                    <a:pt x="3904" y="855"/>
                  </a:cubicBezTo>
                  <a:cubicBezTo>
                    <a:pt x="3715" y="855"/>
                    <a:pt x="3540" y="915"/>
                    <a:pt x="3390" y="1065"/>
                  </a:cubicBezTo>
                  <a:cubicBezTo>
                    <a:pt x="2551" y="1873"/>
                    <a:pt x="1980" y="2570"/>
                    <a:pt x="1980" y="2570"/>
                  </a:cubicBezTo>
                  <a:cubicBezTo>
                    <a:pt x="1980" y="2570"/>
                    <a:pt x="2473" y="2513"/>
                    <a:pt x="2896" y="2513"/>
                  </a:cubicBezTo>
                  <a:cubicBezTo>
                    <a:pt x="3304" y="2513"/>
                    <a:pt x="3648" y="2566"/>
                    <a:pt x="3422" y="2776"/>
                  </a:cubicBezTo>
                  <a:cubicBezTo>
                    <a:pt x="2978" y="3220"/>
                    <a:pt x="1584" y="2966"/>
                    <a:pt x="1046" y="3378"/>
                  </a:cubicBezTo>
                  <a:cubicBezTo>
                    <a:pt x="491" y="3806"/>
                    <a:pt x="0" y="5311"/>
                    <a:pt x="0" y="5311"/>
                  </a:cubicBezTo>
                  <a:cubicBezTo>
                    <a:pt x="0" y="5311"/>
                    <a:pt x="3543" y="2892"/>
                    <a:pt x="7141" y="2892"/>
                  </a:cubicBezTo>
                  <a:cubicBezTo>
                    <a:pt x="8045" y="2892"/>
                    <a:pt x="8951" y="3044"/>
                    <a:pt x="9807" y="3426"/>
                  </a:cubicBezTo>
                  <a:cubicBezTo>
                    <a:pt x="14068" y="5311"/>
                    <a:pt x="14448" y="7054"/>
                    <a:pt x="14448" y="7054"/>
                  </a:cubicBezTo>
                  <a:cubicBezTo>
                    <a:pt x="14448" y="7054"/>
                    <a:pt x="15573" y="4677"/>
                    <a:pt x="14971" y="4218"/>
                  </a:cubicBezTo>
                  <a:cubicBezTo>
                    <a:pt x="14866" y="4137"/>
                    <a:pt x="14799" y="4104"/>
                    <a:pt x="14758" y="4104"/>
                  </a:cubicBezTo>
                  <a:cubicBezTo>
                    <a:pt x="14577" y="4104"/>
                    <a:pt x="14865" y="4713"/>
                    <a:pt x="14602" y="4713"/>
                  </a:cubicBezTo>
                  <a:cubicBezTo>
                    <a:pt x="14567" y="4713"/>
                    <a:pt x="14522" y="4702"/>
                    <a:pt x="14464" y="4677"/>
                  </a:cubicBezTo>
                  <a:cubicBezTo>
                    <a:pt x="13862" y="4440"/>
                    <a:pt x="14955" y="3743"/>
                    <a:pt x="13656" y="2539"/>
                  </a:cubicBezTo>
                  <a:lnTo>
                    <a:pt x="12373" y="1319"/>
                  </a:lnTo>
                  <a:lnTo>
                    <a:pt x="12373" y="1319"/>
                  </a:lnTo>
                  <a:cubicBezTo>
                    <a:pt x="12373" y="1319"/>
                    <a:pt x="13450" y="3093"/>
                    <a:pt x="12928" y="3426"/>
                  </a:cubicBezTo>
                  <a:cubicBezTo>
                    <a:pt x="12885" y="3452"/>
                    <a:pt x="12848" y="3465"/>
                    <a:pt x="12817" y="3465"/>
                  </a:cubicBezTo>
                  <a:cubicBezTo>
                    <a:pt x="12455" y="3465"/>
                    <a:pt x="12762" y="1801"/>
                    <a:pt x="11391" y="970"/>
                  </a:cubicBezTo>
                  <a:cubicBezTo>
                    <a:pt x="10871" y="664"/>
                    <a:pt x="10572" y="525"/>
                    <a:pt x="10433" y="525"/>
                  </a:cubicBezTo>
                  <a:cubicBezTo>
                    <a:pt x="10168" y="525"/>
                    <a:pt x="10475" y="1022"/>
                    <a:pt x="10931" y="1810"/>
                  </a:cubicBezTo>
                  <a:cubicBezTo>
                    <a:pt x="11247" y="2356"/>
                    <a:pt x="11261" y="2618"/>
                    <a:pt x="11110" y="2618"/>
                  </a:cubicBezTo>
                  <a:cubicBezTo>
                    <a:pt x="10928" y="2618"/>
                    <a:pt x="10507" y="2236"/>
                    <a:pt x="10092" y="1509"/>
                  </a:cubicBezTo>
                  <a:cubicBezTo>
                    <a:pt x="9347" y="194"/>
                    <a:pt x="8571" y="321"/>
                    <a:pt x="7921" y="210"/>
                  </a:cubicBezTo>
                  <a:cubicBezTo>
                    <a:pt x="7885" y="203"/>
                    <a:pt x="7856" y="199"/>
                    <a:pt x="7834" y="199"/>
                  </a:cubicBezTo>
                  <a:cubicBezTo>
                    <a:pt x="7457" y="199"/>
                    <a:pt x="9126" y="1180"/>
                    <a:pt x="8872" y="1525"/>
                  </a:cubicBezTo>
                  <a:cubicBezTo>
                    <a:pt x="8854" y="1548"/>
                    <a:pt x="8829" y="1559"/>
                    <a:pt x="8797" y="1559"/>
                  </a:cubicBezTo>
                  <a:cubicBezTo>
                    <a:pt x="8414" y="1559"/>
                    <a:pt x="7030" y="0"/>
                    <a:pt x="5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9"/>
            <p:cNvSpPr/>
            <p:nvPr/>
          </p:nvSpPr>
          <p:spPr>
            <a:xfrm>
              <a:off x="995175" y="879525"/>
              <a:ext cx="217825" cy="311725"/>
            </a:xfrm>
            <a:custGeom>
              <a:avLst/>
              <a:gdLst/>
              <a:ahLst/>
              <a:cxnLst/>
              <a:rect l="l" t="t" r="r" b="b"/>
              <a:pathLst>
                <a:path w="8713" h="12469" extrusionOk="0">
                  <a:moveTo>
                    <a:pt x="5512" y="0"/>
                  </a:moveTo>
                  <a:cubicBezTo>
                    <a:pt x="4929" y="0"/>
                    <a:pt x="3795" y="345"/>
                    <a:pt x="3580" y="1055"/>
                  </a:cubicBezTo>
                  <a:cubicBezTo>
                    <a:pt x="3279" y="2100"/>
                    <a:pt x="3834" y="3098"/>
                    <a:pt x="3533" y="3146"/>
                  </a:cubicBezTo>
                  <a:cubicBezTo>
                    <a:pt x="3528" y="3147"/>
                    <a:pt x="3523" y="3147"/>
                    <a:pt x="3518" y="3147"/>
                  </a:cubicBezTo>
                  <a:cubicBezTo>
                    <a:pt x="3210" y="3147"/>
                    <a:pt x="3028" y="1698"/>
                    <a:pt x="3137" y="1324"/>
                  </a:cubicBezTo>
                  <a:cubicBezTo>
                    <a:pt x="3144" y="1298"/>
                    <a:pt x="3139" y="1285"/>
                    <a:pt x="3125" y="1285"/>
                  </a:cubicBezTo>
                  <a:cubicBezTo>
                    <a:pt x="2944" y="1285"/>
                    <a:pt x="1183" y="3319"/>
                    <a:pt x="1521" y="4112"/>
                  </a:cubicBezTo>
                  <a:cubicBezTo>
                    <a:pt x="1901" y="4984"/>
                    <a:pt x="2361" y="5839"/>
                    <a:pt x="2250" y="5982"/>
                  </a:cubicBezTo>
                  <a:cubicBezTo>
                    <a:pt x="2237" y="5996"/>
                    <a:pt x="2218" y="6003"/>
                    <a:pt x="2195" y="6003"/>
                  </a:cubicBezTo>
                  <a:cubicBezTo>
                    <a:pt x="1982" y="6003"/>
                    <a:pt x="1370" y="5425"/>
                    <a:pt x="1299" y="4397"/>
                  </a:cubicBezTo>
                  <a:cubicBezTo>
                    <a:pt x="1279" y="4166"/>
                    <a:pt x="1238" y="4072"/>
                    <a:pt x="1187" y="4072"/>
                  </a:cubicBezTo>
                  <a:cubicBezTo>
                    <a:pt x="993" y="4072"/>
                    <a:pt x="668" y="5467"/>
                    <a:pt x="982" y="5744"/>
                  </a:cubicBezTo>
                  <a:cubicBezTo>
                    <a:pt x="1378" y="6093"/>
                    <a:pt x="2028" y="6679"/>
                    <a:pt x="1774" y="6901"/>
                  </a:cubicBezTo>
                  <a:cubicBezTo>
                    <a:pt x="1757" y="6916"/>
                    <a:pt x="1738" y="6924"/>
                    <a:pt x="1717" y="6924"/>
                  </a:cubicBezTo>
                  <a:cubicBezTo>
                    <a:pt x="1473" y="6924"/>
                    <a:pt x="976" y="5948"/>
                    <a:pt x="796" y="5948"/>
                  </a:cubicBezTo>
                  <a:cubicBezTo>
                    <a:pt x="774" y="5948"/>
                    <a:pt x="756" y="5963"/>
                    <a:pt x="745" y="5998"/>
                  </a:cubicBezTo>
                  <a:cubicBezTo>
                    <a:pt x="650" y="6346"/>
                    <a:pt x="523" y="8025"/>
                    <a:pt x="1267" y="8612"/>
                  </a:cubicBezTo>
                  <a:cubicBezTo>
                    <a:pt x="1892" y="9080"/>
                    <a:pt x="1811" y="9517"/>
                    <a:pt x="1586" y="9517"/>
                  </a:cubicBezTo>
                  <a:cubicBezTo>
                    <a:pt x="1538" y="9517"/>
                    <a:pt x="1482" y="9496"/>
                    <a:pt x="1426" y="9451"/>
                  </a:cubicBezTo>
                  <a:cubicBezTo>
                    <a:pt x="1204" y="9265"/>
                    <a:pt x="803" y="8419"/>
                    <a:pt x="550" y="8419"/>
                  </a:cubicBezTo>
                  <a:cubicBezTo>
                    <a:pt x="458" y="8419"/>
                    <a:pt x="386" y="8528"/>
                    <a:pt x="349" y="8817"/>
                  </a:cubicBezTo>
                  <a:cubicBezTo>
                    <a:pt x="222" y="9895"/>
                    <a:pt x="1473" y="10275"/>
                    <a:pt x="1347" y="10560"/>
                  </a:cubicBezTo>
                  <a:cubicBezTo>
                    <a:pt x="1265" y="10723"/>
                    <a:pt x="1153" y="10880"/>
                    <a:pt x="978" y="10880"/>
                  </a:cubicBezTo>
                  <a:cubicBezTo>
                    <a:pt x="846" y="10880"/>
                    <a:pt x="678" y="10790"/>
                    <a:pt x="459" y="10544"/>
                  </a:cubicBezTo>
                  <a:cubicBezTo>
                    <a:pt x="414" y="10493"/>
                    <a:pt x="372" y="10470"/>
                    <a:pt x="336" y="10470"/>
                  </a:cubicBezTo>
                  <a:cubicBezTo>
                    <a:pt x="0" y="10470"/>
                    <a:pt x="130" y="12469"/>
                    <a:pt x="1766" y="12469"/>
                  </a:cubicBezTo>
                  <a:cubicBezTo>
                    <a:pt x="1971" y="12469"/>
                    <a:pt x="2201" y="12437"/>
                    <a:pt x="2456" y="12366"/>
                  </a:cubicBezTo>
                  <a:cubicBezTo>
                    <a:pt x="2456" y="12366"/>
                    <a:pt x="1521" y="8215"/>
                    <a:pt x="3374" y="5332"/>
                  </a:cubicBezTo>
                  <a:cubicBezTo>
                    <a:pt x="5212" y="2465"/>
                    <a:pt x="8539" y="1007"/>
                    <a:pt x="8650" y="516"/>
                  </a:cubicBezTo>
                  <a:cubicBezTo>
                    <a:pt x="8713" y="281"/>
                    <a:pt x="8275" y="189"/>
                    <a:pt x="7760" y="189"/>
                  </a:cubicBezTo>
                  <a:cubicBezTo>
                    <a:pt x="7233" y="189"/>
                    <a:pt x="6625" y="285"/>
                    <a:pt x="6385" y="421"/>
                  </a:cubicBezTo>
                  <a:cubicBezTo>
                    <a:pt x="5925" y="690"/>
                    <a:pt x="6036" y="1752"/>
                    <a:pt x="5545" y="1863"/>
                  </a:cubicBezTo>
                  <a:cubicBezTo>
                    <a:pt x="5524" y="1867"/>
                    <a:pt x="5506" y="1869"/>
                    <a:pt x="5488" y="1869"/>
                  </a:cubicBezTo>
                  <a:cubicBezTo>
                    <a:pt x="5085" y="1869"/>
                    <a:pt x="5450" y="686"/>
                    <a:pt x="5814" y="231"/>
                  </a:cubicBezTo>
                  <a:cubicBezTo>
                    <a:pt x="5942" y="78"/>
                    <a:pt x="5789" y="0"/>
                    <a:pt x="55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9"/>
            <p:cNvSpPr/>
            <p:nvPr/>
          </p:nvSpPr>
          <p:spPr>
            <a:xfrm>
              <a:off x="1018350" y="939575"/>
              <a:ext cx="396875" cy="253875"/>
            </a:xfrm>
            <a:custGeom>
              <a:avLst/>
              <a:gdLst/>
              <a:ahLst/>
              <a:cxnLst/>
              <a:rect l="l" t="t" r="r" b="b"/>
              <a:pathLst>
                <a:path w="15875" h="10155" extrusionOk="0">
                  <a:moveTo>
                    <a:pt x="9919" y="0"/>
                  </a:moveTo>
                  <a:cubicBezTo>
                    <a:pt x="9109" y="0"/>
                    <a:pt x="6517" y="983"/>
                    <a:pt x="6234" y="1774"/>
                  </a:cubicBezTo>
                  <a:cubicBezTo>
                    <a:pt x="5854" y="2819"/>
                    <a:pt x="6170" y="3833"/>
                    <a:pt x="5727" y="3992"/>
                  </a:cubicBezTo>
                  <a:cubicBezTo>
                    <a:pt x="5707" y="3999"/>
                    <a:pt x="5690" y="4002"/>
                    <a:pt x="5673" y="4002"/>
                  </a:cubicBezTo>
                  <a:cubicBezTo>
                    <a:pt x="5319" y="4002"/>
                    <a:pt x="5701" y="2412"/>
                    <a:pt x="5822" y="1821"/>
                  </a:cubicBezTo>
                  <a:cubicBezTo>
                    <a:pt x="5860" y="1652"/>
                    <a:pt x="5781" y="1580"/>
                    <a:pt x="5646" y="1580"/>
                  </a:cubicBezTo>
                  <a:cubicBezTo>
                    <a:pt x="5276" y="1580"/>
                    <a:pt x="4485" y="2127"/>
                    <a:pt x="4555" y="2708"/>
                  </a:cubicBezTo>
                  <a:cubicBezTo>
                    <a:pt x="4650" y="3516"/>
                    <a:pt x="5093" y="4245"/>
                    <a:pt x="4650" y="4419"/>
                  </a:cubicBezTo>
                  <a:cubicBezTo>
                    <a:pt x="4623" y="4429"/>
                    <a:pt x="4598" y="4433"/>
                    <a:pt x="4574" y="4433"/>
                  </a:cubicBezTo>
                  <a:cubicBezTo>
                    <a:pt x="4201" y="4433"/>
                    <a:pt x="4165" y="3322"/>
                    <a:pt x="4269" y="2756"/>
                  </a:cubicBezTo>
                  <a:cubicBezTo>
                    <a:pt x="4283" y="2681"/>
                    <a:pt x="4260" y="2648"/>
                    <a:pt x="4208" y="2648"/>
                  </a:cubicBezTo>
                  <a:cubicBezTo>
                    <a:pt x="3845" y="2648"/>
                    <a:pt x="2085" y="4335"/>
                    <a:pt x="2321" y="5085"/>
                  </a:cubicBezTo>
                  <a:cubicBezTo>
                    <a:pt x="2606" y="5940"/>
                    <a:pt x="2717" y="6526"/>
                    <a:pt x="2558" y="6606"/>
                  </a:cubicBezTo>
                  <a:cubicBezTo>
                    <a:pt x="2552" y="6608"/>
                    <a:pt x="2545" y="6609"/>
                    <a:pt x="2538" y="6609"/>
                  </a:cubicBezTo>
                  <a:cubicBezTo>
                    <a:pt x="2362" y="6609"/>
                    <a:pt x="2100" y="5871"/>
                    <a:pt x="2115" y="5322"/>
                  </a:cubicBezTo>
                  <a:cubicBezTo>
                    <a:pt x="2118" y="5256"/>
                    <a:pt x="2107" y="5225"/>
                    <a:pt x="2084" y="5225"/>
                  </a:cubicBezTo>
                  <a:cubicBezTo>
                    <a:pt x="1915" y="5225"/>
                    <a:pt x="1123" y="6944"/>
                    <a:pt x="1529" y="7699"/>
                  </a:cubicBezTo>
                  <a:cubicBezTo>
                    <a:pt x="1734" y="8103"/>
                    <a:pt x="1684" y="8316"/>
                    <a:pt x="1578" y="8316"/>
                  </a:cubicBezTo>
                  <a:cubicBezTo>
                    <a:pt x="1455" y="8316"/>
                    <a:pt x="1257" y="8032"/>
                    <a:pt x="1291" y="7429"/>
                  </a:cubicBezTo>
                  <a:cubicBezTo>
                    <a:pt x="1303" y="7209"/>
                    <a:pt x="1247" y="7112"/>
                    <a:pt x="1163" y="7112"/>
                  </a:cubicBezTo>
                  <a:cubicBezTo>
                    <a:pt x="817" y="7112"/>
                    <a:pt x="0" y="8741"/>
                    <a:pt x="1529" y="10154"/>
                  </a:cubicBezTo>
                  <a:cubicBezTo>
                    <a:pt x="1529" y="10154"/>
                    <a:pt x="3350" y="5940"/>
                    <a:pt x="6788" y="4879"/>
                  </a:cubicBezTo>
                  <a:cubicBezTo>
                    <a:pt x="7880" y="4537"/>
                    <a:pt x="9210" y="4428"/>
                    <a:pt x="10512" y="4428"/>
                  </a:cubicBezTo>
                  <a:cubicBezTo>
                    <a:pt x="12797" y="4428"/>
                    <a:pt x="14994" y="4763"/>
                    <a:pt x="15654" y="4763"/>
                  </a:cubicBezTo>
                  <a:cubicBezTo>
                    <a:pt x="15803" y="4763"/>
                    <a:pt x="15874" y="4746"/>
                    <a:pt x="15850" y="4704"/>
                  </a:cubicBezTo>
                  <a:cubicBezTo>
                    <a:pt x="15664" y="4378"/>
                    <a:pt x="14380" y="1675"/>
                    <a:pt x="13778" y="1675"/>
                  </a:cubicBezTo>
                  <a:cubicBezTo>
                    <a:pt x="13766" y="1675"/>
                    <a:pt x="13755" y="1676"/>
                    <a:pt x="13743" y="1679"/>
                  </a:cubicBezTo>
                  <a:cubicBezTo>
                    <a:pt x="13248" y="1770"/>
                    <a:pt x="12496" y="2471"/>
                    <a:pt x="12095" y="2471"/>
                  </a:cubicBezTo>
                  <a:cubicBezTo>
                    <a:pt x="12008" y="2471"/>
                    <a:pt x="11937" y="2439"/>
                    <a:pt x="11890" y="2360"/>
                  </a:cubicBezTo>
                  <a:cubicBezTo>
                    <a:pt x="11627" y="1942"/>
                    <a:pt x="13206" y="1313"/>
                    <a:pt x="13546" y="1313"/>
                  </a:cubicBezTo>
                  <a:cubicBezTo>
                    <a:pt x="13555" y="1313"/>
                    <a:pt x="13562" y="1313"/>
                    <a:pt x="13569" y="1314"/>
                  </a:cubicBezTo>
                  <a:cubicBezTo>
                    <a:pt x="13572" y="1314"/>
                    <a:pt x="13574" y="1315"/>
                    <a:pt x="13576" y="1315"/>
                  </a:cubicBezTo>
                  <a:cubicBezTo>
                    <a:pt x="13763" y="1315"/>
                    <a:pt x="11811" y="86"/>
                    <a:pt x="10906" y="86"/>
                  </a:cubicBezTo>
                  <a:cubicBezTo>
                    <a:pt x="10785" y="86"/>
                    <a:pt x="10682" y="108"/>
                    <a:pt x="10606" y="158"/>
                  </a:cubicBezTo>
                  <a:cubicBezTo>
                    <a:pt x="9973" y="601"/>
                    <a:pt x="9703" y="2170"/>
                    <a:pt x="9276" y="2217"/>
                  </a:cubicBezTo>
                  <a:cubicBezTo>
                    <a:pt x="9259" y="2220"/>
                    <a:pt x="9243" y="2221"/>
                    <a:pt x="9227" y="2221"/>
                  </a:cubicBezTo>
                  <a:cubicBezTo>
                    <a:pt x="8829" y="2221"/>
                    <a:pt x="8813" y="1447"/>
                    <a:pt x="9957" y="395"/>
                  </a:cubicBezTo>
                  <a:cubicBezTo>
                    <a:pt x="10265" y="116"/>
                    <a:pt x="10197" y="0"/>
                    <a:pt x="99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 name="Google Shape;103;p9"/>
            <p:cNvSpPr/>
            <p:nvPr/>
          </p:nvSpPr>
          <p:spPr>
            <a:xfrm>
              <a:off x="1051725" y="1108700"/>
              <a:ext cx="423275" cy="261100"/>
            </a:xfrm>
            <a:custGeom>
              <a:avLst/>
              <a:gdLst/>
              <a:ahLst/>
              <a:cxnLst/>
              <a:rect l="l" t="t" r="r" b="b"/>
              <a:pathLst>
                <a:path w="16931" h="10444" extrusionOk="0">
                  <a:moveTo>
                    <a:pt x="5607" y="1"/>
                  </a:moveTo>
                  <a:cubicBezTo>
                    <a:pt x="5103" y="1"/>
                    <a:pt x="4650" y="141"/>
                    <a:pt x="4408" y="522"/>
                  </a:cubicBezTo>
                  <a:cubicBezTo>
                    <a:pt x="3772" y="1520"/>
                    <a:pt x="3806" y="2041"/>
                    <a:pt x="3561" y="2041"/>
                  </a:cubicBezTo>
                  <a:cubicBezTo>
                    <a:pt x="3506" y="2041"/>
                    <a:pt x="3438" y="2015"/>
                    <a:pt x="3346" y="1964"/>
                  </a:cubicBezTo>
                  <a:cubicBezTo>
                    <a:pt x="2839" y="1678"/>
                    <a:pt x="3552" y="649"/>
                    <a:pt x="4043" y="253"/>
                  </a:cubicBezTo>
                  <a:cubicBezTo>
                    <a:pt x="4160" y="162"/>
                    <a:pt x="3991" y="98"/>
                    <a:pt x="3669" y="98"/>
                  </a:cubicBezTo>
                  <a:cubicBezTo>
                    <a:pt x="2630" y="98"/>
                    <a:pt x="0" y="766"/>
                    <a:pt x="194" y="3389"/>
                  </a:cubicBezTo>
                  <a:cubicBezTo>
                    <a:pt x="1068" y="3185"/>
                    <a:pt x="1955" y="3084"/>
                    <a:pt x="2839" y="3084"/>
                  </a:cubicBezTo>
                  <a:cubicBezTo>
                    <a:pt x="4967" y="3084"/>
                    <a:pt x="7071" y="3669"/>
                    <a:pt x="8907" y="4799"/>
                  </a:cubicBezTo>
                  <a:cubicBezTo>
                    <a:pt x="13264" y="7493"/>
                    <a:pt x="15466" y="10281"/>
                    <a:pt x="16210" y="10439"/>
                  </a:cubicBezTo>
                  <a:cubicBezTo>
                    <a:pt x="16224" y="10442"/>
                    <a:pt x="16238" y="10444"/>
                    <a:pt x="16251" y="10444"/>
                  </a:cubicBezTo>
                  <a:cubicBezTo>
                    <a:pt x="16931" y="10444"/>
                    <a:pt x="15865" y="6367"/>
                    <a:pt x="14325" y="4657"/>
                  </a:cubicBezTo>
                  <a:cubicBezTo>
                    <a:pt x="14325" y="4657"/>
                    <a:pt x="12374" y="5172"/>
                    <a:pt x="11572" y="5172"/>
                  </a:cubicBezTo>
                  <a:cubicBezTo>
                    <a:pt x="11409" y="5172"/>
                    <a:pt x="11294" y="5151"/>
                    <a:pt x="11252" y="5100"/>
                  </a:cubicBezTo>
                  <a:cubicBezTo>
                    <a:pt x="11014" y="4783"/>
                    <a:pt x="13977" y="4229"/>
                    <a:pt x="13977" y="4229"/>
                  </a:cubicBezTo>
                  <a:cubicBezTo>
                    <a:pt x="13977" y="4229"/>
                    <a:pt x="12472" y="3041"/>
                    <a:pt x="9826" y="2296"/>
                  </a:cubicBezTo>
                  <a:cubicBezTo>
                    <a:pt x="9826" y="2296"/>
                    <a:pt x="8124" y="3078"/>
                    <a:pt x="7576" y="3078"/>
                  </a:cubicBezTo>
                  <a:cubicBezTo>
                    <a:pt x="7510" y="3078"/>
                    <a:pt x="7461" y="3066"/>
                    <a:pt x="7434" y="3041"/>
                  </a:cubicBezTo>
                  <a:cubicBezTo>
                    <a:pt x="7180" y="2803"/>
                    <a:pt x="9382" y="1932"/>
                    <a:pt x="9382" y="1932"/>
                  </a:cubicBezTo>
                  <a:cubicBezTo>
                    <a:pt x="9382" y="1932"/>
                    <a:pt x="8777" y="1368"/>
                    <a:pt x="8348" y="1368"/>
                  </a:cubicBezTo>
                  <a:cubicBezTo>
                    <a:pt x="8317" y="1368"/>
                    <a:pt x="8287" y="1371"/>
                    <a:pt x="8257" y="1377"/>
                  </a:cubicBezTo>
                  <a:cubicBezTo>
                    <a:pt x="7890" y="1459"/>
                    <a:pt x="7018" y="2255"/>
                    <a:pt x="6459" y="2255"/>
                  </a:cubicBezTo>
                  <a:cubicBezTo>
                    <a:pt x="6368" y="2255"/>
                    <a:pt x="6285" y="2234"/>
                    <a:pt x="6214" y="2185"/>
                  </a:cubicBezTo>
                  <a:cubicBezTo>
                    <a:pt x="5723" y="1837"/>
                    <a:pt x="7798" y="1346"/>
                    <a:pt x="7956" y="950"/>
                  </a:cubicBezTo>
                  <a:cubicBezTo>
                    <a:pt x="8065" y="677"/>
                    <a:pt x="6714" y="1"/>
                    <a:pt x="56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104;p9"/>
            <p:cNvSpPr/>
            <p:nvPr/>
          </p:nvSpPr>
          <p:spPr>
            <a:xfrm>
              <a:off x="1056550" y="1167875"/>
              <a:ext cx="272125" cy="283425"/>
            </a:xfrm>
            <a:custGeom>
              <a:avLst/>
              <a:gdLst/>
              <a:ahLst/>
              <a:cxnLst/>
              <a:rect l="l" t="t" r="r" b="b"/>
              <a:pathLst>
                <a:path w="10885" h="11337" extrusionOk="0">
                  <a:moveTo>
                    <a:pt x="1586" y="1"/>
                  </a:moveTo>
                  <a:cubicBezTo>
                    <a:pt x="897" y="1"/>
                    <a:pt x="50" y="242"/>
                    <a:pt x="1" y="1022"/>
                  </a:cubicBezTo>
                  <a:cubicBezTo>
                    <a:pt x="1" y="1022"/>
                    <a:pt x="2931" y="1292"/>
                    <a:pt x="6195" y="4920"/>
                  </a:cubicBezTo>
                  <a:cubicBezTo>
                    <a:pt x="9456" y="8527"/>
                    <a:pt x="9756" y="11336"/>
                    <a:pt x="10320" y="11336"/>
                  </a:cubicBezTo>
                  <a:cubicBezTo>
                    <a:pt x="10324" y="11336"/>
                    <a:pt x="10327" y="11336"/>
                    <a:pt x="10330" y="11336"/>
                  </a:cubicBezTo>
                  <a:cubicBezTo>
                    <a:pt x="10884" y="11288"/>
                    <a:pt x="10774" y="6932"/>
                    <a:pt x="10377" y="6314"/>
                  </a:cubicBezTo>
                  <a:cubicBezTo>
                    <a:pt x="9981" y="5696"/>
                    <a:pt x="8445" y="6219"/>
                    <a:pt x="8255" y="5633"/>
                  </a:cubicBezTo>
                  <a:cubicBezTo>
                    <a:pt x="8204" y="5474"/>
                    <a:pt x="8310" y="5419"/>
                    <a:pt x="8494" y="5419"/>
                  </a:cubicBezTo>
                  <a:cubicBezTo>
                    <a:pt x="8917" y="5419"/>
                    <a:pt x="9752" y="5711"/>
                    <a:pt x="10049" y="5711"/>
                  </a:cubicBezTo>
                  <a:cubicBezTo>
                    <a:pt x="10113" y="5711"/>
                    <a:pt x="10152" y="5697"/>
                    <a:pt x="10156" y="5664"/>
                  </a:cubicBezTo>
                  <a:cubicBezTo>
                    <a:pt x="10187" y="5427"/>
                    <a:pt x="9506" y="3304"/>
                    <a:pt x="7827" y="3019"/>
                  </a:cubicBezTo>
                  <a:cubicBezTo>
                    <a:pt x="6163" y="2733"/>
                    <a:pt x="5609" y="2670"/>
                    <a:pt x="5704" y="2480"/>
                  </a:cubicBezTo>
                  <a:cubicBezTo>
                    <a:pt x="5738" y="2406"/>
                    <a:pt x="5906" y="2381"/>
                    <a:pt x="6130" y="2381"/>
                  </a:cubicBezTo>
                  <a:cubicBezTo>
                    <a:pt x="6529" y="2381"/>
                    <a:pt x="7106" y="2460"/>
                    <a:pt x="7431" y="2480"/>
                  </a:cubicBezTo>
                  <a:cubicBezTo>
                    <a:pt x="7434" y="2480"/>
                    <a:pt x="7438" y="2480"/>
                    <a:pt x="7441" y="2480"/>
                  </a:cubicBezTo>
                  <a:cubicBezTo>
                    <a:pt x="7850" y="2480"/>
                    <a:pt x="7215" y="1677"/>
                    <a:pt x="6400" y="1677"/>
                  </a:cubicBezTo>
                  <a:cubicBezTo>
                    <a:pt x="6251" y="1677"/>
                    <a:pt x="6097" y="1704"/>
                    <a:pt x="5942" y="1767"/>
                  </a:cubicBezTo>
                  <a:cubicBezTo>
                    <a:pt x="5385" y="1981"/>
                    <a:pt x="5023" y="2112"/>
                    <a:pt x="4840" y="2112"/>
                  </a:cubicBezTo>
                  <a:cubicBezTo>
                    <a:pt x="4685" y="2112"/>
                    <a:pt x="4659" y="2017"/>
                    <a:pt x="4753" y="1799"/>
                  </a:cubicBezTo>
                  <a:cubicBezTo>
                    <a:pt x="4943" y="1323"/>
                    <a:pt x="6971" y="1403"/>
                    <a:pt x="6813" y="1133"/>
                  </a:cubicBezTo>
                  <a:cubicBezTo>
                    <a:pt x="6681" y="942"/>
                    <a:pt x="5158" y="235"/>
                    <a:pt x="4113" y="235"/>
                  </a:cubicBezTo>
                  <a:cubicBezTo>
                    <a:pt x="3775" y="235"/>
                    <a:pt x="3486" y="310"/>
                    <a:pt x="3312" y="500"/>
                  </a:cubicBezTo>
                  <a:cubicBezTo>
                    <a:pt x="3046" y="782"/>
                    <a:pt x="2746" y="886"/>
                    <a:pt x="2511" y="886"/>
                  </a:cubicBezTo>
                  <a:cubicBezTo>
                    <a:pt x="2114" y="886"/>
                    <a:pt x="1903" y="592"/>
                    <a:pt x="2361" y="373"/>
                  </a:cubicBezTo>
                  <a:cubicBezTo>
                    <a:pt x="2708" y="199"/>
                    <a:pt x="2212" y="1"/>
                    <a:pt x="15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 name="Google Shape;105;p9"/>
            <p:cNvSpPr/>
            <p:nvPr/>
          </p:nvSpPr>
          <p:spPr>
            <a:xfrm>
              <a:off x="1045450" y="1185100"/>
              <a:ext cx="445600" cy="646000"/>
            </a:xfrm>
            <a:custGeom>
              <a:avLst/>
              <a:gdLst/>
              <a:ahLst/>
              <a:cxnLst/>
              <a:rect l="l" t="t" r="r" b="b"/>
              <a:pathLst>
                <a:path w="17824" h="25840" extrusionOk="0">
                  <a:moveTo>
                    <a:pt x="904" y="1"/>
                  </a:moveTo>
                  <a:lnTo>
                    <a:pt x="1" y="333"/>
                  </a:lnTo>
                  <a:cubicBezTo>
                    <a:pt x="1" y="333"/>
                    <a:pt x="1015" y="3233"/>
                    <a:pt x="6180" y="9237"/>
                  </a:cubicBezTo>
                  <a:cubicBezTo>
                    <a:pt x="12184" y="16192"/>
                    <a:pt x="14085" y="25840"/>
                    <a:pt x="14085" y="25840"/>
                  </a:cubicBezTo>
                  <a:lnTo>
                    <a:pt x="17824" y="24462"/>
                  </a:lnTo>
                  <a:cubicBezTo>
                    <a:pt x="16461" y="21166"/>
                    <a:pt x="13198" y="13277"/>
                    <a:pt x="7590" y="8191"/>
                  </a:cubicBezTo>
                  <a:cubicBezTo>
                    <a:pt x="1284" y="2456"/>
                    <a:pt x="904" y="1"/>
                    <a:pt x="9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6" name="Google Shape;106;p9"/>
          <p:cNvGrpSpPr/>
          <p:nvPr/>
        </p:nvGrpSpPr>
        <p:grpSpPr>
          <a:xfrm>
            <a:off x="7073188" y="3939935"/>
            <a:ext cx="5124000" cy="2918064"/>
            <a:chOff x="5304891" y="2954951"/>
            <a:chExt cx="3843000" cy="2188548"/>
          </a:xfrm>
        </p:grpSpPr>
        <p:sp>
          <p:nvSpPr>
            <p:cNvPr id="107" name="Google Shape;107;p9"/>
            <p:cNvSpPr/>
            <p:nvPr/>
          </p:nvSpPr>
          <p:spPr>
            <a:xfrm flipH="1">
              <a:off x="5304891" y="2954951"/>
              <a:ext cx="3843000" cy="2188447"/>
            </a:xfrm>
            <a:custGeom>
              <a:avLst/>
              <a:gdLst/>
              <a:ahLst/>
              <a:cxnLst/>
              <a:rect l="l" t="t" r="r" b="b"/>
              <a:pathLst>
                <a:path w="36343" h="20696" extrusionOk="0">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108;p9"/>
            <p:cNvSpPr/>
            <p:nvPr/>
          </p:nvSpPr>
          <p:spPr>
            <a:xfrm>
              <a:off x="7989252" y="43527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9" name="Google Shape;109;p9"/>
          <p:cNvSpPr/>
          <p:nvPr/>
        </p:nvSpPr>
        <p:spPr>
          <a:xfrm flipH="1">
            <a:off x="-361464" y="-202100"/>
            <a:ext cx="2794989" cy="1028565"/>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0" name="Google Shape;110;p9"/>
          <p:cNvSpPr/>
          <p:nvPr/>
        </p:nvSpPr>
        <p:spPr>
          <a:xfrm>
            <a:off x="4751167" y="351367"/>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1" name="Google Shape;111;p9"/>
          <p:cNvGrpSpPr/>
          <p:nvPr/>
        </p:nvGrpSpPr>
        <p:grpSpPr>
          <a:xfrm>
            <a:off x="-43" y="5111399"/>
            <a:ext cx="4198632" cy="1746629"/>
            <a:chOff x="-32" y="3833549"/>
            <a:chExt cx="3148974" cy="1309972"/>
          </a:xfrm>
        </p:grpSpPr>
        <p:sp>
          <p:nvSpPr>
            <p:cNvPr id="112" name="Google Shape;112;p9"/>
            <p:cNvSpPr/>
            <p:nvPr/>
          </p:nvSpPr>
          <p:spPr>
            <a:xfrm flipH="1">
              <a:off x="-32" y="3833549"/>
              <a:ext cx="3148974" cy="1309972"/>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9"/>
            <p:cNvSpPr/>
            <p:nvPr/>
          </p:nvSpPr>
          <p:spPr>
            <a:xfrm flipH="1">
              <a:off x="832257" y="4608506"/>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4" name="Google Shape;114;p9"/>
          <p:cNvSpPr/>
          <p:nvPr/>
        </p:nvSpPr>
        <p:spPr>
          <a:xfrm flipH="1">
            <a:off x="2875699" y="969036"/>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5" name="Google Shape;115;p9"/>
          <p:cNvSpPr/>
          <p:nvPr/>
        </p:nvSpPr>
        <p:spPr>
          <a:xfrm>
            <a:off x="8410249" y="3429015"/>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9"/>
          <p:cNvSpPr txBox="1">
            <a:spLocks noGrp="1"/>
          </p:cNvSpPr>
          <p:nvPr>
            <p:ph type="title"/>
          </p:nvPr>
        </p:nvSpPr>
        <p:spPr>
          <a:xfrm>
            <a:off x="960000" y="1902300"/>
            <a:ext cx="5891600" cy="966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17" name="Google Shape;117;p9"/>
          <p:cNvSpPr txBox="1">
            <a:spLocks noGrp="1"/>
          </p:cNvSpPr>
          <p:nvPr>
            <p:ph type="subTitle" idx="1"/>
          </p:nvPr>
        </p:nvSpPr>
        <p:spPr>
          <a:xfrm>
            <a:off x="953467" y="2868900"/>
            <a:ext cx="6538800" cy="208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89017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8"/>
        <p:cNvGrpSpPr/>
        <p:nvPr/>
      </p:nvGrpSpPr>
      <p:grpSpPr>
        <a:xfrm>
          <a:off x="0" y="0"/>
          <a:ext cx="0" cy="0"/>
          <a:chOff x="0" y="0"/>
          <a:chExt cx="0" cy="0"/>
        </a:xfrm>
      </p:grpSpPr>
      <p:sp>
        <p:nvSpPr>
          <p:cNvPr id="119" name="Google Shape;119;p10"/>
          <p:cNvSpPr/>
          <p:nvPr/>
        </p:nvSpPr>
        <p:spPr>
          <a:xfrm rot="10800000">
            <a:off x="-12979" y="-34937"/>
            <a:ext cx="4115181" cy="171363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0" name="Google Shape;120;p10"/>
          <p:cNvGrpSpPr/>
          <p:nvPr/>
        </p:nvGrpSpPr>
        <p:grpSpPr>
          <a:xfrm>
            <a:off x="6636768" y="4547034"/>
            <a:ext cx="5555233" cy="2310975"/>
            <a:chOff x="4977575" y="3410275"/>
            <a:chExt cx="4166425" cy="1733231"/>
          </a:xfrm>
        </p:grpSpPr>
        <p:sp>
          <p:nvSpPr>
            <p:cNvPr id="121" name="Google Shape;121;p10"/>
            <p:cNvSpPr/>
            <p:nvPr/>
          </p:nvSpPr>
          <p:spPr>
            <a:xfrm>
              <a:off x="4977575" y="3410275"/>
              <a:ext cx="4166425" cy="1733231"/>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10"/>
            <p:cNvSpPr/>
            <p:nvPr/>
          </p:nvSpPr>
          <p:spPr>
            <a:xfrm>
              <a:off x="7621291" y="421314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3" name="Google Shape;123;p10"/>
          <p:cNvSpPr/>
          <p:nvPr/>
        </p:nvSpPr>
        <p:spPr>
          <a:xfrm flipH="1">
            <a:off x="9384175" y="486100"/>
            <a:ext cx="1735628" cy="1583056"/>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 name="Google Shape;124;p10"/>
          <p:cNvSpPr/>
          <p:nvPr/>
        </p:nvSpPr>
        <p:spPr>
          <a:xfrm flipH="1">
            <a:off x="8381311" y="54266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5" name="Google Shape;125;p10"/>
          <p:cNvSpPr/>
          <p:nvPr/>
        </p:nvSpPr>
        <p:spPr>
          <a:xfrm flipH="1">
            <a:off x="5742835" y="894069"/>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6" name="Google Shape;126;p10"/>
          <p:cNvSpPr/>
          <p:nvPr/>
        </p:nvSpPr>
        <p:spPr>
          <a:xfrm flipH="1">
            <a:off x="10378803" y="30764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7" name="Google Shape;127;p10"/>
          <p:cNvSpPr/>
          <p:nvPr/>
        </p:nvSpPr>
        <p:spPr>
          <a:xfrm>
            <a:off x="2385849" y="5682948"/>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 name="Google Shape;128;p10"/>
          <p:cNvSpPr txBox="1">
            <a:spLocks noGrp="1"/>
          </p:cNvSpPr>
          <p:nvPr>
            <p:ph type="title"/>
          </p:nvPr>
        </p:nvSpPr>
        <p:spPr>
          <a:xfrm>
            <a:off x="953467" y="1994200"/>
            <a:ext cx="3288800" cy="2869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sz="46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129" name="Google Shape;129;p10"/>
          <p:cNvSpPr/>
          <p:nvPr/>
        </p:nvSpPr>
        <p:spPr>
          <a:xfrm>
            <a:off x="-268549" y="5795151"/>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713118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30"/>
        <p:cNvGrpSpPr/>
        <p:nvPr/>
      </p:nvGrpSpPr>
      <p:grpSpPr>
        <a:xfrm>
          <a:off x="0" y="0"/>
          <a:ext cx="0" cy="0"/>
          <a:chOff x="0" y="0"/>
          <a:chExt cx="0" cy="0"/>
        </a:xfrm>
      </p:grpSpPr>
      <p:grpSp>
        <p:nvGrpSpPr>
          <p:cNvPr id="131" name="Google Shape;131;p11"/>
          <p:cNvGrpSpPr/>
          <p:nvPr/>
        </p:nvGrpSpPr>
        <p:grpSpPr>
          <a:xfrm flipH="1">
            <a:off x="5880560" y="4231533"/>
            <a:ext cx="6311441" cy="2626467"/>
            <a:chOff x="-6" y="3326050"/>
            <a:chExt cx="4733581" cy="1969850"/>
          </a:xfrm>
        </p:grpSpPr>
        <p:sp>
          <p:nvSpPr>
            <p:cNvPr id="132" name="Google Shape;132;p11"/>
            <p:cNvSpPr/>
            <p:nvPr/>
          </p:nvSpPr>
          <p:spPr>
            <a:xfrm flipH="1">
              <a:off x="-6" y="3326050"/>
              <a:ext cx="4733581" cy="1969850"/>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11"/>
            <p:cNvSpPr/>
            <p:nvPr/>
          </p:nvSpPr>
          <p:spPr>
            <a:xfrm flipH="1">
              <a:off x="1072366" y="42754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 name="Google Shape;134;p11"/>
          <p:cNvGrpSpPr/>
          <p:nvPr/>
        </p:nvGrpSpPr>
        <p:grpSpPr>
          <a:xfrm rot="-337720" flipH="1">
            <a:off x="-849352" y="347826"/>
            <a:ext cx="3351811" cy="3805492"/>
            <a:chOff x="652975" y="879525"/>
            <a:chExt cx="838075" cy="951575"/>
          </a:xfrm>
        </p:grpSpPr>
        <p:sp>
          <p:nvSpPr>
            <p:cNvPr id="135" name="Google Shape;135;p11"/>
            <p:cNvSpPr/>
            <p:nvPr/>
          </p:nvSpPr>
          <p:spPr>
            <a:xfrm>
              <a:off x="653750" y="1109175"/>
              <a:ext cx="361625" cy="332250"/>
            </a:xfrm>
            <a:custGeom>
              <a:avLst/>
              <a:gdLst/>
              <a:ahLst/>
              <a:cxnLst/>
              <a:rect l="l" t="t" r="r" b="b"/>
              <a:pathLst>
                <a:path w="14465" h="13290" extrusionOk="0">
                  <a:moveTo>
                    <a:pt x="10359" y="0"/>
                  </a:moveTo>
                  <a:cubicBezTo>
                    <a:pt x="9828" y="0"/>
                    <a:pt x="9234" y="108"/>
                    <a:pt x="8572" y="360"/>
                  </a:cubicBezTo>
                  <a:cubicBezTo>
                    <a:pt x="8572" y="360"/>
                    <a:pt x="10789" y="2214"/>
                    <a:pt x="10504" y="2325"/>
                  </a:cubicBezTo>
                  <a:cubicBezTo>
                    <a:pt x="10497" y="2327"/>
                    <a:pt x="10488" y="2328"/>
                    <a:pt x="10479" y="2328"/>
                  </a:cubicBezTo>
                  <a:cubicBezTo>
                    <a:pt x="10127" y="2328"/>
                    <a:pt x="8476" y="758"/>
                    <a:pt x="7596" y="758"/>
                  </a:cubicBezTo>
                  <a:cubicBezTo>
                    <a:pt x="7549" y="758"/>
                    <a:pt x="7505" y="763"/>
                    <a:pt x="7463" y="772"/>
                  </a:cubicBezTo>
                  <a:cubicBezTo>
                    <a:pt x="6607" y="946"/>
                    <a:pt x="6354" y="1184"/>
                    <a:pt x="6354" y="1184"/>
                  </a:cubicBezTo>
                  <a:cubicBezTo>
                    <a:pt x="6354" y="1184"/>
                    <a:pt x="9966" y="2515"/>
                    <a:pt x="9348" y="3006"/>
                  </a:cubicBezTo>
                  <a:cubicBezTo>
                    <a:pt x="9284" y="3057"/>
                    <a:pt x="9204" y="3079"/>
                    <a:pt x="9111" y="3079"/>
                  </a:cubicBezTo>
                  <a:cubicBezTo>
                    <a:pt x="8382" y="3079"/>
                    <a:pt x="6839" y="1702"/>
                    <a:pt x="5813" y="1702"/>
                  </a:cubicBezTo>
                  <a:cubicBezTo>
                    <a:pt x="5701" y="1702"/>
                    <a:pt x="5596" y="1718"/>
                    <a:pt x="5498" y="1754"/>
                  </a:cubicBezTo>
                  <a:cubicBezTo>
                    <a:pt x="4389" y="2166"/>
                    <a:pt x="1759" y="3941"/>
                    <a:pt x="1759" y="3941"/>
                  </a:cubicBezTo>
                  <a:cubicBezTo>
                    <a:pt x="1759" y="3941"/>
                    <a:pt x="5641" y="4701"/>
                    <a:pt x="5213" y="5145"/>
                  </a:cubicBezTo>
                  <a:cubicBezTo>
                    <a:pt x="5153" y="5202"/>
                    <a:pt x="5042" y="5226"/>
                    <a:pt x="4892" y="5226"/>
                  </a:cubicBezTo>
                  <a:cubicBezTo>
                    <a:pt x="4179" y="5226"/>
                    <a:pt x="2597" y="4688"/>
                    <a:pt x="1619" y="4688"/>
                  </a:cubicBezTo>
                  <a:cubicBezTo>
                    <a:pt x="1272" y="4688"/>
                    <a:pt x="1001" y="4756"/>
                    <a:pt x="872" y="4939"/>
                  </a:cubicBezTo>
                  <a:cubicBezTo>
                    <a:pt x="286" y="5747"/>
                    <a:pt x="1" y="8186"/>
                    <a:pt x="1" y="8186"/>
                  </a:cubicBezTo>
                  <a:cubicBezTo>
                    <a:pt x="1" y="8186"/>
                    <a:pt x="1515" y="7492"/>
                    <a:pt x="2171" y="7492"/>
                  </a:cubicBezTo>
                  <a:cubicBezTo>
                    <a:pt x="2319" y="7492"/>
                    <a:pt x="2424" y="7528"/>
                    <a:pt x="2456" y="7616"/>
                  </a:cubicBezTo>
                  <a:cubicBezTo>
                    <a:pt x="2631" y="8076"/>
                    <a:pt x="460" y="8884"/>
                    <a:pt x="365" y="9185"/>
                  </a:cubicBezTo>
                  <a:cubicBezTo>
                    <a:pt x="286" y="9470"/>
                    <a:pt x="1601" y="11450"/>
                    <a:pt x="1791" y="13050"/>
                  </a:cubicBezTo>
                  <a:cubicBezTo>
                    <a:pt x="1810" y="13214"/>
                    <a:pt x="1833" y="13290"/>
                    <a:pt x="1863" y="13290"/>
                  </a:cubicBezTo>
                  <a:cubicBezTo>
                    <a:pt x="2125" y="13290"/>
                    <a:pt x="2954" y="7541"/>
                    <a:pt x="7304" y="5224"/>
                  </a:cubicBezTo>
                  <a:cubicBezTo>
                    <a:pt x="10379" y="3586"/>
                    <a:pt x="12013" y="3287"/>
                    <a:pt x="12798" y="3287"/>
                  </a:cubicBezTo>
                  <a:cubicBezTo>
                    <a:pt x="13250" y="3287"/>
                    <a:pt x="13419" y="3386"/>
                    <a:pt x="13419" y="3386"/>
                  </a:cubicBezTo>
                  <a:lnTo>
                    <a:pt x="11994" y="4036"/>
                  </a:lnTo>
                  <a:lnTo>
                    <a:pt x="14465" y="3861"/>
                  </a:lnTo>
                  <a:cubicBezTo>
                    <a:pt x="14465" y="3861"/>
                    <a:pt x="13535" y="0"/>
                    <a:pt x="10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11"/>
            <p:cNvSpPr/>
            <p:nvPr/>
          </p:nvSpPr>
          <p:spPr>
            <a:xfrm>
              <a:off x="871200" y="1180350"/>
              <a:ext cx="172300" cy="472975"/>
            </a:xfrm>
            <a:custGeom>
              <a:avLst/>
              <a:gdLst/>
              <a:ahLst/>
              <a:cxnLst/>
              <a:rect l="l" t="t" r="r" b="b"/>
              <a:pathLst>
                <a:path w="6892" h="18919" extrusionOk="0">
                  <a:moveTo>
                    <a:pt x="6106" y="0"/>
                  </a:moveTo>
                  <a:cubicBezTo>
                    <a:pt x="5666" y="0"/>
                    <a:pt x="3360" y="39"/>
                    <a:pt x="2630" y="840"/>
                  </a:cubicBezTo>
                  <a:cubicBezTo>
                    <a:pt x="1822" y="1727"/>
                    <a:pt x="1078" y="3502"/>
                    <a:pt x="1078" y="3502"/>
                  </a:cubicBezTo>
                  <a:cubicBezTo>
                    <a:pt x="1078" y="3502"/>
                    <a:pt x="2540" y="3060"/>
                    <a:pt x="3222" y="3060"/>
                  </a:cubicBezTo>
                  <a:cubicBezTo>
                    <a:pt x="3435" y="3060"/>
                    <a:pt x="3572" y="3103"/>
                    <a:pt x="3565" y="3217"/>
                  </a:cubicBezTo>
                  <a:cubicBezTo>
                    <a:pt x="3549" y="3692"/>
                    <a:pt x="777" y="3581"/>
                    <a:pt x="745" y="4801"/>
                  </a:cubicBezTo>
                  <a:cubicBezTo>
                    <a:pt x="761" y="5403"/>
                    <a:pt x="697" y="6005"/>
                    <a:pt x="571" y="6591"/>
                  </a:cubicBezTo>
                  <a:cubicBezTo>
                    <a:pt x="571" y="6591"/>
                    <a:pt x="3212" y="4784"/>
                    <a:pt x="3832" y="4784"/>
                  </a:cubicBezTo>
                  <a:cubicBezTo>
                    <a:pt x="3911" y="4784"/>
                    <a:pt x="3957" y="4814"/>
                    <a:pt x="3961" y="4880"/>
                  </a:cubicBezTo>
                  <a:cubicBezTo>
                    <a:pt x="3993" y="5466"/>
                    <a:pt x="681" y="7146"/>
                    <a:pt x="396" y="7985"/>
                  </a:cubicBezTo>
                  <a:cubicBezTo>
                    <a:pt x="111" y="8825"/>
                    <a:pt x="0" y="11993"/>
                    <a:pt x="444" y="13166"/>
                  </a:cubicBezTo>
                  <a:cubicBezTo>
                    <a:pt x="486" y="13282"/>
                    <a:pt x="539" y="13333"/>
                    <a:pt x="601" y="13333"/>
                  </a:cubicBezTo>
                  <a:cubicBezTo>
                    <a:pt x="1100" y="13333"/>
                    <a:pt x="2182" y="10016"/>
                    <a:pt x="2930" y="10016"/>
                  </a:cubicBezTo>
                  <a:cubicBezTo>
                    <a:pt x="3033" y="10016"/>
                    <a:pt x="3129" y="10078"/>
                    <a:pt x="3216" y="10219"/>
                  </a:cubicBezTo>
                  <a:cubicBezTo>
                    <a:pt x="4024" y="11518"/>
                    <a:pt x="507" y="12611"/>
                    <a:pt x="1188" y="14497"/>
                  </a:cubicBezTo>
                  <a:cubicBezTo>
                    <a:pt x="1886" y="16366"/>
                    <a:pt x="4278" y="18758"/>
                    <a:pt x="5117" y="18917"/>
                  </a:cubicBezTo>
                  <a:cubicBezTo>
                    <a:pt x="5125" y="18918"/>
                    <a:pt x="5132" y="18919"/>
                    <a:pt x="5139" y="18919"/>
                  </a:cubicBezTo>
                  <a:cubicBezTo>
                    <a:pt x="5884" y="18919"/>
                    <a:pt x="2871" y="10637"/>
                    <a:pt x="4864" y="6211"/>
                  </a:cubicBezTo>
                  <a:cubicBezTo>
                    <a:pt x="6892" y="1727"/>
                    <a:pt x="6179" y="1"/>
                    <a:pt x="6179" y="1"/>
                  </a:cubicBezTo>
                  <a:cubicBezTo>
                    <a:pt x="6179" y="1"/>
                    <a:pt x="6153"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1"/>
            <p:cNvSpPr/>
            <p:nvPr/>
          </p:nvSpPr>
          <p:spPr>
            <a:xfrm>
              <a:off x="974175" y="1171250"/>
              <a:ext cx="207950" cy="334625"/>
            </a:xfrm>
            <a:custGeom>
              <a:avLst/>
              <a:gdLst/>
              <a:ahLst/>
              <a:cxnLst/>
              <a:rect l="l" t="t" r="r" b="b"/>
              <a:pathLst>
                <a:path w="8318" h="13385" extrusionOk="0">
                  <a:moveTo>
                    <a:pt x="3216" y="0"/>
                  </a:moveTo>
                  <a:cubicBezTo>
                    <a:pt x="3216" y="0"/>
                    <a:pt x="0" y="143"/>
                    <a:pt x="634" y="4959"/>
                  </a:cubicBezTo>
                  <a:cubicBezTo>
                    <a:pt x="634" y="4959"/>
                    <a:pt x="1813" y="3887"/>
                    <a:pt x="2249" y="3887"/>
                  </a:cubicBezTo>
                  <a:cubicBezTo>
                    <a:pt x="2287" y="3887"/>
                    <a:pt x="2320" y="3895"/>
                    <a:pt x="2345" y="3913"/>
                  </a:cubicBezTo>
                  <a:cubicBezTo>
                    <a:pt x="2662" y="4135"/>
                    <a:pt x="808" y="4674"/>
                    <a:pt x="888" y="5640"/>
                  </a:cubicBezTo>
                  <a:cubicBezTo>
                    <a:pt x="983" y="6607"/>
                    <a:pt x="1030" y="7129"/>
                    <a:pt x="1030" y="7129"/>
                  </a:cubicBezTo>
                  <a:cubicBezTo>
                    <a:pt x="1030" y="7129"/>
                    <a:pt x="2246" y="4952"/>
                    <a:pt x="2661" y="4952"/>
                  </a:cubicBezTo>
                  <a:cubicBezTo>
                    <a:pt x="2685" y="4952"/>
                    <a:pt x="2707" y="4959"/>
                    <a:pt x="2725" y="4975"/>
                  </a:cubicBezTo>
                  <a:cubicBezTo>
                    <a:pt x="3074" y="5244"/>
                    <a:pt x="1442" y="7177"/>
                    <a:pt x="1394" y="8127"/>
                  </a:cubicBezTo>
                  <a:cubicBezTo>
                    <a:pt x="1347" y="9078"/>
                    <a:pt x="2393" y="10821"/>
                    <a:pt x="2393" y="10821"/>
                  </a:cubicBezTo>
                  <a:cubicBezTo>
                    <a:pt x="2393" y="10821"/>
                    <a:pt x="3521" y="8646"/>
                    <a:pt x="3854" y="8646"/>
                  </a:cubicBezTo>
                  <a:cubicBezTo>
                    <a:pt x="3878" y="8646"/>
                    <a:pt x="3898" y="8657"/>
                    <a:pt x="3913" y="8682"/>
                  </a:cubicBezTo>
                  <a:cubicBezTo>
                    <a:pt x="4135" y="9046"/>
                    <a:pt x="2662" y="10456"/>
                    <a:pt x="3042" y="11518"/>
                  </a:cubicBezTo>
                  <a:cubicBezTo>
                    <a:pt x="3389" y="12433"/>
                    <a:pt x="5726" y="13385"/>
                    <a:pt x="6930" y="13385"/>
                  </a:cubicBezTo>
                  <a:cubicBezTo>
                    <a:pt x="7102" y="13385"/>
                    <a:pt x="7251" y="13365"/>
                    <a:pt x="7367" y="13324"/>
                  </a:cubicBezTo>
                  <a:cubicBezTo>
                    <a:pt x="8318" y="12975"/>
                    <a:pt x="4389" y="8286"/>
                    <a:pt x="3834" y="5894"/>
                  </a:cubicBezTo>
                  <a:cubicBezTo>
                    <a:pt x="3296" y="3501"/>
                    <a:pt x="3216" y="0"/>
                    <a:pt x="32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1"/>
            <p:cNvSpPr/>
            <p:nvPr/>
          </p:nvSpPr>
          <p:spPr>
            <a:xfrm>
              <a:off x="652975" y="1026200"/>
              <a:ext cx="389350" cy="176350"/>
            </a:xfrm>
            <a:custGeom>
              <a:avLst/>
              <a:gdLst/>
              <a:ahLst/>
              <a:cxnLst/>
              <a:rect l="l" t="t" r="r" b="b"/>
              <a:pathLst>
                <a:path w="15574" h="7054" extrusionOk="0">
                  <a:moveTo>
                    <a:pt x="5673" y="0"/>
                  </a:moveTo>
                  <a:cubicBezTo>
                    <a:pt x="5394" y="0"/>
                    <a:pt x="5116" y="66"/>
                    <a:pt x="4848" y="226"/>
                  </a:cubicBezTo>
                  <a:cubicBezTo>
                    <a:pt x="4848" y="226"/>
                    <a:pt x="6844" y="1445"/>
                    <a:pt x="6305" y="1794"/>
                  </a:cubicBezTo>
                  <a:cubicBezTo>
                    <a:pt x="6262" y="1821"/>
                    <a:pt x="6212" y="1834"/>
                    <a:pt x="6155" y="1834"/>
                  </a:cubicBezTo>
                  <a:cubicBezTo>
                    <a:pt x="5653" y="1834"/>
                    <a:pt x="4666" y="855"/>
                    <a:pt x="3904" y="855"/>
                  </a:cubicBezTo>
                  <a:cubicBezTo>
                    <a:pt x="3715" y="855"/>
                    <a:pt x="3540" y="915"/>
                    <a:pt x="3390" y="1065"/>
                  </a:cubicBezTo>
                  <a:cubicBezTo>
                    <a:pt x="2551" y="1873"/>
                    <a:pt x="1980" y="2570"/>
                    <a:pt x="1980" y="2570"/>
                  </a:cubicBezTo>
                  <a:cubicBezTo>
                    <a:pt x="1980" y="2570"/>
                    <a:pt x="2473" y="2513"/>
                    <a:pt x="2896" y="2513"/>
                  </a:cubicBezTo>
                  <a:cubicBezTo>
                    <a:pt x="3304" y="2513"/>
                    <a:pt x="3648" y="2566"/>
                    <a:pt x="3422" y="2776"/>
                  </a:cubicBezTo>
                  <a:cubicBezTo>
                    <a:pt x="2978" y="3220"/>
                    <a:pt x="1584" y="2966"/>
                    <a:pt x="1046" y="3378"/>
                  </a:cubicBezTo>
                  <a:cubicBezTo>
                    <a:pt x="491" y="3806"/>
                    <a:pt x="0" y="5311"/>
                    <a:pt x="0" y="5311"/>
                  </a:cubicBezTo>
                  <a:cubicBezTo>
                    <a:pt x="0" y="5311"/>
                    <a:pt x="3543" y="2892"/>
                    <a:pt x="7141" y="2892"/>
                  </a:cubicBezTo>
                  <a:cubicBezTo>
                    <a:pt x="8045" y="2892"/>
                    <a:pt x="8951" y="3044"/>
                    <a:pt x="9807" y="3426"/>
                  </a:cubicBezTo>
                  <a:cubicBezTo>
                    <a:pt x="14068" y="5311"/>
                    <a:pt x="14448" y="7054"/>
                    <a:pt x="14448" y="7054"/>
                  </a:cubicBezTo>
                  <a:cubicBezTo>
                    <a:pt x="14448" y="7054"/>
                    <a:pt x="15573" y="4677"/>
                    <a:pt x="14971" y="4218"/>
                  </a:cubicBezTo>
                  <a:cubicBezTo>
                    <a:pt x="14866" y="4137"/>
                    <a:pt x="14799" y="4104"/>
                    <a:pt x="14758" y="4104"/>
                  </a:cubicBezTo>
                  <a:cubicBezTo>
                    <a:pt x="14577" y="4104"/>
                    <a:pt x="14865" y="4713"/>
                    <a:pt x="14602" y="4713"/>
                  </a:cubicBezTo>
                  <a:cubicBezTo>
                    <a:pt x="14567" y="4713"/>
                    <a:pt x="14522" y="4702"/>
                    <a:pt x="14464" y="4677"/>
                  </a:cubicBezTo>
                  <a:cubicBezTo>
                    <a:pt x="13862" y="4440"/>
                    <a:pt x="14955" y="3743"/>
                    <a:pt x="13656" y="2539"/>
                  </a:cubicBezTo>
                  <a:lnTo>
                    <a:pt x="12373" y="1319"/>
                  </a:lnTo>
                  <a:lnTo>
                    <a:pt x="12373" y="1319"/>
                  </a:lnTo>
                  <a:cubicBezTo>
                    <a:pt x="12373" y="1319"/>
                    <a:pt x="13450" y="3093"/>
                    <a:pt x="12928" y="3426"/>
                  </a:cubicBezTo>
                  <a:cubicBezTo>
                    <a:pt x="12885" y="3452"/>
                    <a:pt x="12848" y="3465"/>
                    <a:pt x="12817" y="3465"/>
                  </a:cubicBezTo>
                  <a:cubicBezTo>
                    <a:pt x="12455" y="3465"/>
                    <a:pt x="12762" y="1801"/>
                    <a:pt x="11391" y="970"/>
                  </a:cubicBezTo>
                  <a:cubicBezTo>
                    <a:pt x="10871" y="664"/>
                    <a:pt x="10572" y="525"/>
                    <a:pt x="10433" y="525"/>
                  </a:cubicBezTo>
                  <a:cubicBezTo>
                    <a:pt x="10168" y="525"/>
                    <a:pt x="10475" y="1022"/>
                    <a:pt x="10931" y="1810"/>
                  </a:cubicBezTo>
                  <a:cubicBezTo>
                    <a:pt x="11247" y="2356"/>
                    <a:pt x="11261" y="2618"/>
                    <a:pt x="11110" y="2618"/>
                  </a:cubicBezTo>
                  <a:cubicBezTo>
                    <a:pt x="10928" y="2618"/>
                    <a:pt x="10507" y="2236"/>
                    <a:pt x="10092" y="1509"/>
                  </a:cubicBezTo>
                  <a:cubicBezTo>
                    <a:pt x="9347" y="194"/>
                    <a:pt x="8571" y="321"/>
                    <a:pt x="7921" y="210"/>
                  </a:cubicBezTo>
                  <a:cubicBezTo>
                    <a:pt x="7885" y="203"/>
                    <a:pt x="7856" y="199"/>
                    <a:pt x="7834" y="199"/>
                  </a:cubicBezTo>
                  <a:cubicBezTo>
                    <a:pt x="7457" y="199"/>
                    <a:pt x="9126" y="1180"/>
                    <a:pt x="8872" y="1525"/>
                  </a:cubicBezTo>
                  <a:cubicBezTo>
                    <a:pt x="8854" y="1548"/>
                    <a:pt x="8829" y="1559"/>
                    <a:pt x="8797" y="1559"/>
                  </a:cubicBezTo>
                  <a:cubicBezTo>
                    <a:pt x="8414" y="1559"/>
                    <a:pt x="7030" y="0"/>
                    <a:pt x="5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11"/>
            <p:cNvSpPr/>
            <p:nvPr/>
          </p:nvSpPr>
          <p:spPr>
            <a:xfrm>
              <a:off x="995175" y="879525"/>
              <a:ext cx="217825" cy="311725"/>
            </a:xfrm>
            <a:custGeom>
              <a:avLst/>
              <a:gdLst/>
              <a:ahLst/>
              <a:cxnLst/>
              <a:rect l="l" t="t" r="r" b="b"/>
              <a:pathLst>
                <a:path w="8713" h="12469" extrusionOk="0">
                  <a:moveTo>
                    <a:pt x="5512" y="0"/>
                  </a:moveTo>
                  <a:cubicBezTo>
                    <a:pt x="4929" y="0"/>
                    <a:pt x="3795" y="345"/>
                    <a:pt x="3580" y="1055"/>
                  </a:cubicBezTo>
                  <a:cubicBezTo>
                    <a:pt x="3279" y="2100"/>
                    <a:pt x="3834" y="3098"/>
                    <a:pt x="3533" y="3146"/>
                  </a:cubicBezTo>
                  <a:cubicBezTo>
                    <a:pt x="3528" y="3147"/>
                    <a:pt x="3523" y="3147"/>
                    <a:pt x="3518" y="3147"/>
                  </a:cubicBezTo>
                  <a:cubicBezTo>
                    <a:pt x="3210" y="3147"/>
                    <a:pt x="3028" y="1698"/>
                    <a:pt x="3137" y="1324"/>
                  </a:cubicBezTo>
                  <a:cubicBezTo>
                    <a:pt x="3144" y="1298"/>
                    <a:pt x="3139" y="1285"/>
                    <a:pt x="3125" y="1285"/>
                  </a:cubicBezTo>
                  <a:cubicBezTo>
                    <a:pt x="2944" y="1285"/>
                    <a:pt x="1183" y="3319"/>
                    <a:pt x="1521" y="4112"/>
                  </a:cubicBezTo>
                  <a:cubicBezTo>
                    <a:pt x="1901" y="4984"/>
                    <a:pt x="2361" y="5839"/>
                    <a:pt x="2250" y="5982"/>
                  </a:cubicBezTo>
                  <a:cubicBezTo>
                    <a:pt x="2237" y="5996"/>
                    <a:pt x="2218" y="6003"/>
                    <a:pt x="2195" y="6003"/>
                  </a:cubicBezTo>
                  <a:cubicBezTo>
                    <a:pt x="1982" y="6003"/>
                    <a:pt x="1370" y="5425"/>
                    <a:pt x="1299" y="4397"/>
                  </a:cubicBezTo>
                  <a:cubicBezTo>
                    <a:pt x="1279" y="4166"/>
                    <a:pt x="1238" y="4072"/>
                    <a:pt x="1187" y="4072"/>
                  </a:cubicBezTo>
                  <a:cubicBezTo>
                    <a:pt x="993" y="4072"/>
                    <a:pt x="668" y="5467"/>
                    <a:pt x="982" y="5744"/>
                  </a:cubicBezTo>
                  <a:cubicBezTo>
                    <a:pt x="1378" y="6093"/>
                    <a:pt x="2028" y="6679"/>
                    <a:pt x="1774" y="6901"/>
                  </a:cubicBezTo>
                  <a:cubicBezTo>
                    <a:pt x="1757" y="6916"/>
                    <a:pt x="1738" y="6924"/>
                    <a:pt x="1717" y="6924"/>
                  </a:cubicBezTo>
                  <a:cubicBezTo>
                    <a:pt x="1473" y="6924"/>
                    <a:pt x="976" y="5948"/>
                    <a:pt x="796" y="5948"/>
                  </a:cubicBezTo>
                  <a:cubicBezTo>
                    <a:pt x="774" y="5948"/>
                    <a:pt x="756" y="5963"/>
                    <a:pt x="745" y="5998"/>
                  </a:cubicBezTo>
                  <a:cubicBezTo>
                    <a:pt x="650" y="6346"/>
                    <a:pt x="523" y="8025"/>
                    <a:pt x="1267" y="8612"/>
                  </a:cubicBezTo>
                  <a:cubicBezTo>
                    <a:pt x="1892" y="9080"/>
                    <a:pt x="1811" y="9517"/>
                    <a:pt x="1586" y="9517"/>
                  </a:cubicBezTo>
                  <a:cubicBezTo>
                    <a:pt x="1538" y="9517"/>
                    <a:pt x="1482" y="9496"/>
                    <a:pt x="1426" y="9451"/>
                  </a:cubicBezTo>
                  <a:cubicBezTo>
                    <a:pt x="1204" y="9265"/>
                    <a:pt x="803" y="8419"/>
                    <a:pt x="550" y="8419"/>
                  </a:cubicBezTo>
                  <a:cubicBezTo>
                    <a:pt x="458" y="8419"/>
                    <a:pt x="386" y="8528"/>
                    <a:pt x="349" y="8817"/>
                  </a:cubicBezTo>
                  <a:cubicBezTo>
                    <a:pt x="222" y="9895"/>
                    <a:pt x="1473" y="10275"/>
                    <a:pt x="1347" y="10560"/>
                  </a:cubicBezTo>
                  <a:cubicBezTo>
                    <a:pt x="1265" y="10723"/>
                    <a:pt x="1153" y="10880"/>
                    <a:pt x="978" y="10880"/>
                  </a:cubicBezTo>
                  <a:cubicBezTo>
                    <a:pt x="846" y="10880"/>
                    <a:pt x="678" y="10790"/>
                    <a:pt x="459" y="10544"/>
                  </a:cubicBezTo>
                  <a:cubicBezTo>
                    <a:pt x="414" y="10493"/>
                    <a:pt x="372" y="10470"/>
                    <a:pt x="336" y="10470"/>
                  </a:cubicBezTo>
                  <a:cubicBezTo>
                    <a:pt x="0" y="10470"/>
                    <a:pt x="130" y="12469"/>
                    <a:pt x="1766" y="12469"/>
                  </a:cubicBezTo>
                  <a:cubicBezTo>
                    <a:pt x="1971" y="12469"/>
                    <a:pt x="2201" y="12437"/>
                    <a:pt x="2456" y="12366"/>
                  </a:cubicBezTo>
                  <a:cubicBezTo>
                    <a:pt x="2456" y="12366"/>
                    <a:pt x="1521" y="8215"/>
                    <a:pt x="3374" y="5332"/>
                  </a:cubicBezTo>
                  <a:cubicBezTo>
                    <a:pt x="5212" y="2465"/>
                    <a:pt x="8539" y="1007"/>
                    <a:pt x="8650" y="516"/>
                  </a:cubicBezTo>
                  <a:cubicBezTo>
                    <a:pt x="8713" y="281"/>
                    <a:pt x="8275" y="189"/>
                    <a:pt x="7760" y="189"/>
                  </a:cubicBezTo>
                  <a:cubicBezTo>
                    <a:pt x="7233" y="189"/>
                    <a:pt x="6625" y="285"/>
                    <a:pt x="6385" y="421"/>
                  </a:cubicBezTo>
                  <a:cubicBezTo>
                    <a:pt x="5925" y="690"/>
                    <a:pt x="6036" y="1752"/>
                    <a:pt x="5545" y="1863"/>
                  </a:cubicBezTo>
                  <a:cubicBezTo>
                    <a:pt x="5524" y="1867"/>
                    <a:pt x="5506" y="1869"/>
                    <a:pt x="5488" y="1869"/>
                  </a:cubicBezTo>
                  <a:cubicBezTo>
                    <a:pt x="5085" y="1869"/>
                    <a:pt x="5450" y="686"/>
                    <a:pt x="5814" y="231"/>
                  </a:cubicBezTo>
                  <a:cubicBezTo>
                    <a:pt x="5942" y="78"/>
                    <a:pt x="5789" y="0"/>
                    <a:pt x="55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11"/>
            <p:cNvSpPr/>
            <p:nvPr/>
          </p:nvSpPr>
          <p:spPr>
            <a:xfrm>
              <a:off x="1018350" y="939575"/>
              <a:ext cx="396875" cy="253875"/>
            </a:xfrm>
            <a:custGeom>
              <a:avLst/>
              <a:gdLst/>
              <a:ahLst/>
              <a:cxnLst/>
              <a:rect l="l" t="t" r="r" b="b"/>
              <a:pathLst>
                <a:path w="15875" h="10155" extrusionOk="0">
                  <a:moveTo>
                    <a:pt x="9919" y="0"/>
                  </a:moveTo>
                  <a:cubicBezTo>
                    <a:pt x="9109" y="0"/>
                    <a:pt x="6517" y="983"/>
                    <a:pt x="6234" y="1774"/>
                  </a:cubicBezTo>
                  <a:cubicBezTo>
                    <a:pt x="5854" y="2819"/>
                    <a:pt x="6170" y="3833"/>
                    <a:pt x="5727" y="3992"/>
                  </a:cubicBezTo>
                  <a:cubicBezTo>
                    <a:pt x="5707" y="3999"/>
                    <a:pt x="5690" y="4002"/>
                    <a:pt x="5673" y="4002"/>
                  </a:cubicBezTo>
                  <a:cubicBezTo>
                    <a:pt x="5319" y="4002"/>
                    <a:pt x="5701" y="2412"/>
                    <a:pt x="5822" y="1821"/>
                  </a:cubicBezTo>
                  <a:cubicBezTo>
                    <a:pt x="5860" y="1652"/>
                    <a:pt x="5781" y="1580"/>
                    <a:pt x="5646" y="1580"/>
                  </a:cubicBezTo>
                  <a:cubicBezTo>
                    <a:pt x="5276" y="1580"/>
                    <a:pt x="4485" y="2127"/>
                    <a:pt x="4555" y="2708"/>
                  </a:cubicBezTo>
                  <a:cubicBezTo>
                    <a:pt x="4650" y="3516"/>
                    <a:pt x="5093" y="4245"/>
                    <a:pt x="4650" y="4419"/>
                  </a:cubicBezTo>
                  <a:cubicBezTo>
                    <a:pt x="4623" y="4429"/>
                    <a:pt x="4598" y="4433"/>
                    <a:pt x="4574" y="4433"/>
                  </a:cubicBezTo>
                  <a:cubicBezTo>
                    <a:pt x="4201" y="4433"/>
                    <a:pt x="4165" y="3322"/>
                    <a:pt x="4269" y="2756"/>
                  </a:cubicBezTo>
                  <a:cubicBezTo>
                    <a:pt x="4283" y="2681"/>
                    <a:pt x="4260" y="2648"/>
                    <a:pt x="4208" y="2648"/>
                  </a:cubicBezTo>
                  <a:cubicBezTo>
                    <a:pt x="3845" y="2648"/>
                    <a:pt x="2085" y="4335"/>
                    <a:pt x="2321" y="5085"/>
                  </a:cubicBezTo>
                  <a:cubicBezTo>
                    <a:pt x="2606" y="5940"/>
                    <a:pt x="2717" y="6526"/>
                    <a:pt x="2558" y="6606"/>
                  </a:cubicBezTo>
                  <a:cubicBezTo>
                    <a:pt x="2552" y="6608"/>
                    <a:pt x="2545" y="6609"/>
                    <a:pt x="2538" y="6609"/>
                  </a:cubicBezTo>
                  <a:cubicBezTo>
                    <a:pt x="2362" y="6609"/>
                    <a:pt x="2100" y="5871"/>
                    <a:pt x="2115" y="5322"/>
                  </a:cubicBezTo>
                  <a:cubicBezTo>
                    <a:pt x="2118" y="5256"/>
                    <a:pt x="2107" y="5225"/>
                    <a:pt x="2084" y="5225"/>
                  </a:cubicBezTo>
                  <a:cubicBezTo>
                    <a:pt x="1915" y="5225"/>
                    <a:pt x="1123" y="6944"/>
                    <a:pt x="1529" y="7699"/>
                  </a:cubicBezTo>
                  <a:cubicBezTo>
                    <a:pt x="1734" y="8103"/>
                    <a:pt x="1684" y="8316"/>
                    <a:pt x="1578" y="8316"/>
                  </a:cubicBezTo>
                  <a:cubicBezTo>
                    <a:pt x="1455" y="8316"/>
                    <a:pt x="1257" y="8032"/>
                    <a:pt x="1291" y="7429"/>
                  </a:cubicBezTo>
                  <a:cubicBezTo>
                    <a:pt x="1303" y="7209"/>
                    <a:pt x="1247" y="7112"/>
                    <a:pt x="1163" y="7112"/>
                  </a:cubicBezTo>
                  <a:cubicBezTo>
                    <a:pt x="817" y="7112"/>
                    <a:pt x="0" y="8741"/>
                    <a:pt x="1529" y="10154"/>
                  </a:cubicBezTo>
                  <a:cubicBezTo>
                    <a:pt x="1529" y="10154"/>
                    <a:pt x="3350" y="5940"/>
                    <a:pt x="6788" y="4879"/>
                  </a:cubicBezTo>
                  <a:cubicBezTo>
                    <a:pt x="7880" y="4537"/>
                    <a:pt x="9210" y="4428"/>
                    <a:pt x="10512" y="4428"/>
                  </a:cubicBezTo>
                  <a:cubicBezTo>
                    <a:pt x="12797" y="4428"/>
                    <a:pt x="14994" y="4763"/>
                    <a:pt x="15654" y="4763"/>
                  </a:cubicBezTo>
                  <a:cubicBezTo>
                    <a:pt x="15803" y="4763"/>
                    <a:pt x="15874" y="4746"/>
                    <a:pt x="15850" y="4704"/>
                  </a:cubicBezTo>
                  <a:cubicBezTo>
                    <a:pt x="15664" y="4378"/>
                    <a:pt x="14380" y="1675"/>
                    <a:pt x="13778" y="1675"/>
                  </a:cubicBezTo>
                  <a:cubicBezTo>
                    <a:pt x="13766" y="1675"/>
                    <a:pt x="13755" y="1676"/>
                    <a:pt x="13743" y="1679"/>
                  </a:cubicBezTo>
                  <a:cubicBezTo>
                    <a:pt x="13248" y="1770"/>
                    <a:pt x="12496" y="2471"/>
                    <a:pt x="12095" y="2471"/>
                  </a:cubicBezTo>
                  <a:cubicBezTo>
                    <a:pt x="12008" y="2471"/>
                    <a:pt x="11937" y="2439"/>
                    <a:pt x="11890" y="2360"/>
                  </a:cubicBezTo>
                  <a:cubicBezTo>
                    <a:pt x="11627" y="1942"/>
                    <a:pt x="13206" y="1313"/>
                    <a:pt x="13546" y="1313"/>
                  </a:cubicBezTo>
                  <a:cubicBezTo>
                    <a:pt x="13555" y="1313"/>
                    <a:pt x="13562" y="1313"/>
                    <a:pt x="13569" y="1314"/>
                  </a:cubicBezTo>
                  <a:cubicBezTo>
                    <a:pt x="13572" y="1314"/>
                    <a:pt x="13574" y="1315"/>
                    <a:pt x="13576" y="1315"/>
                  </a:cubicBezTo>
                  <a:cubicBezTo>
                    <a:pt x="13763" y="1315"/>
                    <a:pt x="11811" y="86"/>
                    <a:pt x="10906" y="86"/>
                  </a:cubicBezTo>
                  <a:cubicBezTo>
                    <a:pt x="10785" y="86"/>
                    <a:pt x="10682" y="108"/>
                    <a:pt x="10606" y="158"/>
                  </a:cubicBezTo>
                  <a:cubicBezTo>
                    <a:pt x="9973" y="601"/>
                    <a:pt x="9703" y="2170"/>
                    <a:pt x="9276" y="2217"/>
                  </a:cubicBezTo>
                  <a:cubicBezTo>
                    <a:pt x="9259" y="2220"/>
                    <a:pt x="9243" y="2221"/>
                    <a:pt x="9227" y="2221"/>
                  </a:cubicBezTo>
                  <a:cubicBezTo>
                    <a:pt x="8829" y="2221"/>
                    <a:pt x="8813" y="1447"/>
                    <a:pt x="9957" y="395"/>
                  </a:cubicBezTo>
                  <a:cubicBezTo>
                    <a:pt x="10265" y="116"/>
                    <a:pt x="10197" y="0"/>
                    <a:pt x="99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11"/>
            <p:cNvSpPr/>
            <p:nvPr/>
          </p:nvSpPr>
          <p:spPr>
            <a:xfrm>
              <a:off x="1051725" y="1108700"/>
              <a:ext cx="423275" cy="261100"/>
            </a:xfrm>
            <a:custGeom>
              <a:avLst/>
              <a:gdLst/>
              <a:ahLst/>
              <a:cxnLst/>
              <a:rect l="l" t="t" r="r" b="b"/>
              <a:pathLst>
                <a:path w="16931" h="10444" extrusionOk="0">
                  <a:moveTo>
                    <a:pt x="5607" y="1"/>
                  </a:moveTo>
                  <a:cubicBezTo>
                    <a:pt x="5103" y="1"/>
                    <a:pt x="4650" y="141"/>
                    <a:pt x="4408" y="522"/>
                  </a:cubicBezTo>
                  <a:cubicBezTo>
                    <a:pt x="3772" y="1520"/>
                    <a:pt x="3806" y="2041"/>
                    <a:pt x="3561" y="2041"/>
                  </a:cubicBezTo>
                  <a:cubicBezTo>
                    <a:pt x="3506" y="2041"/>
                    <a:pt x="3438" y="2015"/>
                    <a:pt x="3346" y="1964"/>
                  </a:cubicBezTo>
                  <a:cubicBezTo>
                    <a:pt x="2839" y="1678"/>
                    <a:pt x="3552" y="649"/>
                    <a:pt x="4043" y="253"/>
                  </a:cubicBezTo>
                  <a:cubicBezTo>
                    <a:pt x="4160" y="162"/>
                    <a:pt x="3991" y="98"/>
                    <a:pt x="3669" y="98"/>
                  </a:cubicBezTo>
                  <a:cubicBezTo>
                    <a:pt x="2630" y="98"/>
                    <a:pt x="0" y="766"/>
                    <a:pt x="194" y="3389"/>
                  </a:cubicBezTo>
                  <a:cubicBezTo>
                    <a:pt x="1068" y="3185"/>
                    <a:pt x="1955" y="3084"/>
                    <a:pt x="2839" y="3084"/>
                  </a:cubicBezTo>
                  <a:cubicBezTo>
                    <a:pt x="4967" y="3084"/>
                    <a:pt x="7071" y="3669"/>
                    <a:pt x="8907" y="4799"/>
                  </a:cubicBezTo>
                  <a:cubicBezTo>
                    <a:pt x="13264" y="7493"/>
                    <a:pt x="15466" y="10281"/>
                    <a:pt x="16210" y="10439"/>
                  </a:cubicBezTo>
                  <a:cubicBezTo>
                    <a:pt x="16224" y="10442"/>
                    <a:pt x="16238" y="10444"/>
                    <a:pt x="16251" y="10444"/>
                  </a:cubicBezTo>
                  <a:cubicBezTo>
                    <a:pt x="16931" y="10444"/>
                    <a:pt x="15865" y="6367"/>
                    <a:pt x="14325" y="4657"/>
                  </a:cubicBezTo>
                  <a:cubicBezTo>
                    <a:pt x="14325" y="4657"/>
                    <a:pt x="12374" y="5172"/>
                    <a:pt x="11572" y="5172"/>
                  </a:cubicBezTo>
                  <a:cubicBezTo>
                    <a:pt x="11409" y="5172"/>
                    <a:pt x="11294" y="5151"/>
                    <a:pt x="11252" y="5100"/>
                  </a:cubicBezTo>
                  <a:cubicBezTo>
                    <a:pt x="11014" y="4783"/>
                    <a:pt x="13977" y="4229"/>
                    <a:pt x="13977" y="4229"/>
                  </a:cubicBezTo>
                  <a:cubicBezTo>
                    <a:pt x="13977" y="4229"/>
                    <a:pt x="12472" y="3041"/>
                    <a:pt x="9826" y="2296"/>
                  </a:cubicBezTo>
                  <a:cubicBezTo>
                    <a:pt x="9826" y="2296"/>
                    <a:pt x="8124" y="3078"/>
                    <a:pt x="7576" y="3078"/>
                  </a:cubicBezTo>
                  <a:cubicBezTo>
                    <a:pt x="7510" y="3078"/>
                    <a:pt x="7461" y="3066"/>
                    <a:pt x="7434" y="3041"/>
                  </a:cubicBezTo>
                  <a:cubicBezTo>
                    <a:pt x="7180" y="2803"/>
                    <a:pt x="9382" y="1932"/>
                    <a:pt x="9382" y="1932"/>
                  </a:cubicBezTo>
                  <a:cubicBezTo>
                    <a:pt x="9382" y="1932"/>
                    <a:pt x="8777" y="1368"/>
                    <a:pt x="8348" y="1368"/>
                  </a:cubicBezTo>
                  <a:cubicBezTo>
                    <a:pt x="8317" y="1368"/>
                    <a:pt x="8287" y="1371"/>
                    <a:pt x="8257" y="1377"/>
                  </a:cubicBezTo>
                  <a:cubicBezTo>
                    <a:pt x="7890" y="1459"/>
                    <a:pt x="7018" y="2255"/>
                    <a:pt x="6459" y="2255"/>
                  </a:cubicBezTo>
                  <a:cubicBezTo>
                    <a:pt x="6368" y="2255"/>
                    <a:pt x="6285" y="2234"/>
                    <a:pt x="6214" y="2185"/>
                  </a:cubicBezTo>
                  <a:cubicBezTo>
                    <a:pt x="5723" y="1837"/>
                    <a:pt x="7798" y="1346"/>
                    <a:pt x="7956" y="950"/>
                  </a:cubicBezTo>
                  <a:cubicBezTo>
                    <a:pt x="8065" y="677"/>
                    <a:pt x="6714" y="1"/>
                    <a:pt x="56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11"/>
            <p:cNvSpPr/>
            <p:nvPr/>
          </p:nvSpPr>
          <p:spPr>
            <a:xfrm>
              <a:off x="1056550" y="1167875"/>
              <a:ext cx="272125" cy="283425"/>
            </a:xfrm>
            <a:custGeom>
              <a:avLst/>
              <a:gdLst/>
              <a:ahLst/>
              <a:cxnLst/>
              <a:rect l="l" t="t" r="r" b="b"/>
              <a:pathLst>
                <a:path w="10885" h="11337" extrusionOk="0">
                  <a:moveTo>
                    <a:pt x="1586" y="1"/>
                  </a:moveTo>
                  <a:cubicBezTo>
                    <a:pt x="897" y="1"/>
                    <a:pt x="50" y="242"/>
                    <a:pt x="1" y="1022"/>
                  </a:cubicBezTo>
                  <a:cubicBezTo>
                    <a:pt x="1" y="1022"/>
                    <a:pt x="2931" y="1292"/>
                    <a:pt x="6195" y="4920"/>
                  </a:cubicBezTo>
                  <a:cubicBezTo>
                    <a:pt x="9456" y="8527"/>
                    <a:pt x="9756" y="11336"/>
                    <a:pt x="10320" y="11336"/>
                  </a:cubicBezTo>
                  <a:cubicBezTo>
                    <a:pt x="10324" y="11336"/>
                    <a:pt x="10327" y="11336"/>
                    <a:pt x="10330" y="11336"/>
                  </a:cubicBezTo>
                  <a:cubicBezTo>
                    <a:pt x="10884" y="11288"/>
                    <a:pt x="10774" y="6932"/>
                    <a:pt x="10377" y="6314"/>
                  </a:cubicBezTo>
                  <a:cubicBezTo>
                    <a:pt x="9981" y="5696"/>
                    <a:pt x="8445" y="6219"/>
                    <a:pt x="8255" y="5633"/>
                  </a:cubicBezTo>
                  <a:cubicBezTo>
                    <a:pt x="8204" y="5474"/>
                    <a:pt x="8310" y="5419"/>
                    <a:pt x="8494" y="5419"/>
                  </a:cubicBezTo>
                  <a:cubicBezTo>
                    <a:pt x="8917" y="5419"/>
                    <a:pt x="9752" y="5711"/>
                    <a:pt x="10049" y="5711"/>
                  </a:cubicBezTo>
                  <a:cubicBezTo>
                    <a:pt x="10113" y="5711"/>
                    <a:pt x="10152" y="5697"/>
                    <a:pt x="10156" y="5664"/>
                  </a:cubicBezTo>
                  <a:cubicBezTo>
                    <a:pt x="10187" y="5427"/>
                    <a:pt x="9506" y="3304"/>
                    <a:pt x="7827" y="3019"/>
                  </a:cubicBezTo>
                  <a:cubicBezTo>
                    <a:pt x="6163" y="2733"/>
                    <a:pt x="5609" y="2670"/>
                    <a:pt x="5704" y="2480"/>
                  </a:cubicBezTo>
                  <a:cubicBezTo>
                    <a:pt x="5738" y="2406"/>
                    <a:pt x="5906" y="2381"/>
                    <a:pt x="6130" y="2381"/>
                  </a:cubicBezTo>
                  <a:cubicBezTo>
                    <a:pt x="6529" y="2381"/>
                    <a:pt x="7106" y="2460"/>
                    <a:pt x="7431" y="2480"/>
                  </a:cubicBezTo>
                  <a:cubicBezTo>
                    <a:pt x="7434" y="2480"/>
                    <a:pt x="7438" y="2480"/>
                    <a:pt x="7441" y="2480"/>
                  </a:cubicBezTo>
                  <a:cubicBezTo>
                    <a:pt x="7850" y="2480"/>
                    <a:pt x="7215" y="1677"/>
                    <a:pt x="6400" y="1677"/>
                  </a:cubicBezTo>
                  <a:cubicBezTo>
                    <a:pt x="6251" y="1677"/>
                    <a:pt x="6097" y="1704"/>
                    <a:pt x="5942" y="1767"/>
                  </a:cubicBezTo>
                  <a:cubicBezTo>
                    <a:pt x="5385" y="1981"/>
                    <a:pt x="5023" y="2112"/>
                    <a:pt x="4840" y="2112"/>
                  </a:cubicBezTo>
                  <a:cubicBezTo>
                    <a:pt x="4685" y="2112"/>
                    <a:pt x="4659" y="2017"/>
                    <a:pt x="4753" y="1799"/>
                  </a:cubicBezTo>
                  <a:cubicBezTo>
                    <a:pt x="4943" y="1323"/>
                    <a:pt x="6971" y="1403"/>
                    <a:pt x="6813" y="1133"/>
                  </a:cubicBezTo>
                  <a:cubicBezTo>
                    <a:pt x="6681" y="942"/>
                    <a:pt x="5158" y="235"/>
                    <a:pt x="4113" y="235"/>
                  </a:cubicBezTo>
                  <a:cubicBezTo>
                    <a:pt x="3775" y="235"/>
                    <a:pt x="3486" y="310"/>
                    <a:pt x="3312" y="500"/>
                  </a:cubicBezTo>
                  <a:cubicBezTo>
                    <a:pt x="3046" y="782"/>
                    <a:pt x="2746" y="886"/>
                    <a:pt x="2511" y="886"/>
                  </a:cubicBezTo>
                  <a:cubicBezTo>
                    <a:pt x="2114" y="886"/>
                    <a:pt x="1903" y="592"/>
                    <a:pt x="2361" y="373"/>
                  </a:cubicBezTo>
                  <a:cubicBezTo>
                    <a:pt x="2708" y="199"/>
                    <a:pt x="2212" y="1"/>
                    <a:pt x="15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11"/>
            <p:cNvSpPr/>
            <p:nvPr/>
          </p:nvSpPr>
          <p:spPr>
            <a:xfrm>
              <a:off x="1045450" y="1185100"/>
              <a:ext cx="445600" cy="646000"/>
            </a:xfrm>
            <a:custGeom>
              <a:avLst/>
              <a:gdLst/>
              <a:ahLst/>
              <a:cxnLst/>
              <a:rect l="l" t="t" r="r" b="b"/>
              <a:pathLst>
                <a:path w="17824" h="25840" extrusionOk="0">
                  <a:moveTo>
                    <a:pt x="904" y="1"/>
                  </a:moveTo>
                  <a:lnTo>
                    <a:pt x="1" y="333"/>
                  </a:lnTo>
                  <a:cubicBezTo>
                    <a:pt x="1" y="333"/>
                    <a:pt x="1015" y="3233"/>
                    <a:pt x="6180" y="9237"/>
                  </a:cubicBezTo>
                  <a:cubicBezTo>
                    <a:pt x="12184" y="16192"/>
                    <a:pt x="14085" y="25840"/>
                    <a:pt x="14085" y="25840"/>
                  </a:cubicBezTo>
                  <a:lnTo>
                    <a:pt x="17824" y="24462"/>
                  </a:lnTo>
                  <a:cubicBezTo>
                    <a:pt x="16461" y="21166"/>
                    <a:pt x="13198" y="13277"/>
                    <a:pt x="7590" y="8191"/>
                  </a:cubicBezTo>
                  <a:cubicBezTo>
                    <a:pt x="1284" y="2456"/>
                    <a:pt x="904" y="1"/>
                    <a:pt x="9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4" name="Google Shape;144;p11"/>
          <p:cNvSpPr/>
          <p:nvPr/>
        </p:nvSpPr>
        <p:spPr>
          <a:xfrm flipH="1">
            <a:off x="9670482" y="-117099"/>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 name="Google Shape;145;p11"/>
          <p:cNvSpPr/>
          <p:nvPr/>
        </p:nvSpPr>
        <p:spPr>
          <a:xfrm>
            <a:off x="-67426" y="4520647"/>
            <a:ext cx="4127588" cy="2350400"/>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 name="Google Shape;146;p11"/>
          <p:cNvSpPr/>
          <p:nvPr/>
        </p:nvSpPr>
        <p:spPr>
          <a:xfrm>
            <a:off x="2949398" y="107724"/>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 name="Google Shape;147;p11"/>
          <p:cNvSpPr/>
          <p:nvPr/>
        </p:nvSpPr>
        <p:spPr>
          <a:xfrm flipH="1">
            <a:off x="7788944" y="64861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8" name="Google Shape;148;p11"/>
          <p:cNvSpPr/>
          <p:nvPr/>
        </p:nvSpPr>
        <p:spPr>
          <a:xfrm flipH="1">
            <a:off x="6913668" y="672836"/>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9" name="Google Shape;149;p11"/>
          <p:cNvSpPr/>
          <p:nvPr/>
        </p:nvSpPr>
        <p:spPr>
          <a:xfrm flipH="1">
            <a:off x="5439737" y="1788106"/>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0" name="Google Shape;150;p11"/>
          <p:cNvSpPr/>
          <p:nvPr/>
        </p:nvSpPr>
        <p:spPr>
          <a:xfrm>
            <a:off x="1461916" y="396518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1" name="Google Shape;151;p11"/>
          <p:cNvSpPr/>
          <p:nvPr/>
        </p:nvSpPr>
        <p:spPr>
          <a:xfrm flipH="1">
            <a:off x="10419916" y="2952175"/>
            <a:ext cx="605403" cy="387645"/>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 name="Google Shape;152;p11"/>
          <p:cNvSpPr txBox="1">
            <a:spLocks noGrp="1"/>
          </p:cNvSpPr>
          <p:nvPr>
            <p:ph type="title" hasCustomPrompt="1"/>
          </p:nvPr>
        </p:nvSpPr>
        <p:spPr>
          <a:xfrm>
            <a:off x="2403800" y="2138600"/>
            <a:ext cx="7384400" cy="2014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8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153" name="Google Shape;153;p11"/>
          <p:cNvSpPr txBox="1">
            <a:spLocks noGrp="1"/>
          </p:cNvSpPr>
          <p:nvPr>
            <p:ph type="subTitle" idx="1"/>
          </p:nvPr>
        </p:nvSpPr>
        <p:spPr>
          <a:xfrm>
            <a:off x="2807200" y="4153400"/>
            <a:ext cx="6577600" cy="56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2932773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54"/>
        <p:cNvGrpSpPr/>
        <p:nvPr/>
      </p:nvGrpSpPr>
      <p:grpSpPr>
        <a:xfrm>
          <a:off x="0" y="0"/>
          <a:ext cx="0" cy="0"/>
          <a:chOff x="0" y="0"/>
          <a:chExt cx="0" cy="0"/>
        </a:xfrm>
      </p:grpSpPr>
    </p:spTree>
    <p:extLst>
      <p:ext uri="{BB962C8B-B14F-4D97-AF65-F5344CB8AC3E}">
        <p14:creationId xmlns:p14="http://schemas.microsoft.com/office/powerpoint/2010/main" val="2124370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5"/>
        <p:cNvGrpSpPr/>
        <p:nvPr/>
      </p:nvGrpSpPr>
      <p:grpSpPr>
        <a:xfrm>
          <a:off x="0" y="0"/>
          <a:ext cx="0" cy="0"/>
          <a:chOff x="0" y="0"/>
          <a:chExt cx="0" cy="0"/>
        </a:xfrm>
      </p:grpSpPr>
      <p:sp>
        <p:nvSpPr>
          <p:cNvPr id="156" name="Google Shape;156;p13"/>
          <p:cNvSpPr/>
          <p:nvPr/>
        </p:nvSpPr>
        <p:spPr>
          <a:xfrm flipH="1">
            <a:off x="10371215" y="-452017"/>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 name="Google Shape;157;p13"/>
          <p:cNvSpPr/>
          <p:nvPr/>
        </p:nvSpPr>
        <p:spPr>
          <a:xfrm flipH="1">
            <a:off x="-1641856" y="203097"/>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8" name="Google Shape;158;p13"/>
          <p:cNvSpPr/>
          <p:nvPr/>
        </p:nvSpPr>
        <p:spPr>
          <a:xfrm flipH="1">
            <a:off x="9032567" y="5974134"/>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 name="Google Shape;159;p13"/>
          <p:cNvSpPr/>
          <p:nvPr/>
        </p:nvSpPr>
        <p:spPr>
          <a:xfrm flipH="1">
            <a:off x="5725370" y="23484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0" name="Google Shape;160;p13"/>
          <p:cNvSpPr/>
          <p:nvPr/>
        </p:nvSpPr>
        <p:spPr>
          <a:xfrm>
            <a:off x="9032570" y="-225600"/>
            <a:ext cx="2794989" cy="1028565"/>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1" name="Google Shape;161;p13"/>
          <p:cNvSpPr/>
          <p:nvPr/>
        </p:nvSpPr>
        <p:spPr>
          <a:xfrm flipH="1">
            <a:off x="10497400" y="9367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 name="Google Shape;162;p13"/>
          <p:cNvSpPr/>
          <p:nvPr/>
        </p:nvSpPr>
        <p:spPr>
          <a:xfrm flipH="1">
            <a:off x="426032" y="1678609"/>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3" name="Google Shape;163;p13"/>
          <p:cNvGrpSpPr/>
          <p:nvPr/>
        </p:nvGrpSpPr>
        <p:grpSpPr>
          <a:xfrm>
            <a:off x="-2" y="5160968"/>
            <a:ext cx="4262727" cy="1775152"/>
            <a:chOff x="-2" y="3870726"/>
            <a:chExt cx="3197045" cy="1331364"/>
          </a:xfrm>
        </p:grpSpPr>
        <p:sp>
          <p:nvSpPr>
            <p:cNvPr id="164" name="Google Shape;164;p13"/>
            <p:cNvSpPr/>
            <p:nvPr/>
          </p:nvSpPr>
          <p:spPr>
            <a:xfrm flipH="1">
              <a:off x="-2" y="3870726"/>
              <a:ext cx="3197045" cy="1331364"/>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13"/>
            <p:cNvSpPr/>
            <p:nvPr/>
          </p:nvSpPr>
          <p:spPr>
            <a:xfrm flipH="1">
              <a:off x="231907" y="4480606"/>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6" name="Google Shape;166;p13"/>
          <p:cNvSpPr txBox="1">
            <a:spLocks noGrp="1"/>
          </p:cNvSpPr>
          <p:nvPr>
            <p:ph type="title"/>
          </p:nvPr>
        </p:nvSpPr>
        <p:spPr>
          <a:xfrm>
            <a:off x="953333" y="3090272"/>
            <a:ext cx="3115200" cy="53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67" name="Google Shape;167;p13"/>
          <p:cNvSpPr txBox="1">
            <a:spLocks noGrp="1"/>
          </p:cNvSpPr>
          <p:nvPr>
            <p:ph type="title" idx="2" hasCustomPrompt="1"/>
          </p:nvPr>
        </p:nvSpPr>
        <p:spPr>
          <a:xfrm>
            <a:off x="1820533" y="2316733"/>
            <a:ext cx="1380800" cy="7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62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68" name="Google Shape;168;p13"/>
          <p:cNvSpPr txBox="1">
            <a:spLocks noGrp="1"/>
          </p:cNvSpPr>
          <p:nvPr>
            <p:ph type="subTitle" idx="1"/>
          </p:nvPr>
        </p:nvSpPr>
        <p:spPr>
          <a:xfrm>
            <a:off x="953333" y="3661333"/>
            <a:ext cx="3115200" cy="64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69" name="Google Shape;169;p13"/>
          <p:cNvSpPr txBox="1">
            <a:spLocks noGrp="1"/>
          </p:cNvSpPr>
          <p:nvPr>
            <p:ph type="title" idx="3"/>
          </p:nvPr>
        </p:nvSpPr>
        <p:spPr>
          <a:xfrm>
            <a:off x="2062200" y="713333"/>
            <a:ext cx="8067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0" name="Google Shape;170;p13"/>
          <p:cNvSpPr txBox="1">
            <a:spLocks noGrp="1"/>
          </p:cNvSpPr>
          <p:nvPr>
            <p:ph type="title" idx="4"/>
          </p:nvPr>
        </p:nvSpPr>
        <p:spPr>
          <a:xfrm>
            <a:off x="4538267" y="4309472"/>
            <a:ext cx="3115200" cy="53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71" name="Google Shape;171;p13"/>
          <p:cNvSpPr txBox="1">
            <a:spLocks noGrp="1"/>
          </p:cNvSpPr>
          <p:nvPr>
            <p:ph type="title" idx="5" hasCustomPrompt="1"/>
          </p:nvPr>
        </p:nvSpPr>
        <p:spPr>
          <a:xfrm>
            <a:off x="5405467" y="3510800"/>
            <a:ext cx="1380800" cy="7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62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72" name="Google Shape;172;p13"/>
          <p:cNvSpPr txBox="1">
            <a:spLocks noGrp="1"/>
          </p:cNvSpPr>
          <p:nvPr>
            <p:ph type="subTitle" idx="6"/>
          </p:nvPr>
        </p:nvSpPr>
        <p:spPr>
          <a:xfrm>
            <a:off x="4538267" y="4880533"/>
            <a:ext cx="3115200" cy="64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73" name="Google Shape;173;p13"/>
          <p:cNvSpPr txBox="1">
            <a:spLocks noGrp="1"/>
          </p:cNvSpPr>
          <p:nvPr>
            <p:ph type="title" idx="7"/>
          </p:nvPr>
        </p:nvSpPr>
        <p:spPr>
          <a:xfrm>
            <a:off x="8123200" y="3090272"/>
            <a:ext cx="3115200" cy="53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74" name="Google Shape;174;p13"/>
          <p:cNvSpPr txBox="1">
            <a:spLocks noGrp="1"/>
          </p:cNvSpPr>
          <p:nvPr>
            <p:ph type="title" idx="8" hasCustomPrompt="1"/>
          </p:nvPr>
        </p:nvSpPr>
        <p:spPr>
          <a:xfrm>
            <a:off x="8990400" y="2316733"/>
            <a:ext cx="1380800" cy="7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62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75" name="Google Shape;175;p13"/>
          <p:cNvSpPr txBox="1">
            <a:spLocks noGrp="1"/>
          </p:cNvSpPr>
          <p:nvPr>
            <p:ph type="subTitle" idx="9"/>
          </p:nvPr>
        </p:nvSpPr>
        <p:spPr>
          <a:xfrm>
            <a:off x="8123200" y="3661333"/>
            <a:ext cx="3115200" cy="64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40385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76"/>
        <p:cNvGrpSpPr/>
        <p:nvPr/>
      </p:nvGrpSpPr>
      <p:grpSpPr>
        <a:xfrm>
          <a:off x="0" y="0"/>
          <a:ext cx="0" cy="0"/>
          <a:chOff x="0" y="0"/>
          <a:chExt cx="0" cy="0"/>
        </a:xfrm>
      </p:grpSpPr>
      <p:sp>
        <p:nvSpPr>
          <p:cNvPr id="177" name="Google Shape;177;p14"/>
          <p:cNvSpPr/>
          <p:nvPr/>
        </p:nvSpPr>
        <p:spPr>
          <a:xfrm>
            <a:off x="8716834" y="5387501"/>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8" name="Google Shape;178;p14"/>
          <p:cNvGrpSpPr/>
          <p:nvPr/>
        </p:nvGrpSpPr>
        <p:grpSpPr>
          <a:xfrm>
            <a:off x="-7" y="4434733"/>
            <a:ext cx="6311441" cy="2626467"/>
            <a:chOff x="-6" y="3326050"/>
            <a:chExt cx="4733581" cy="1969850"/>
          </a:xfrm>
        </p:grpSpPr>
        <p:sp>
          <p:nvSpPr>
            <p:cNvPr id="179" name="Google Shape;179;p14"/>
            <p:cNvSpPr/>
            <p:nvPr/>
          </p:nvSpPr>
          <p:spPr>
            <a:xfrm flipH="1">
              <a:off x="-6" y="3326050"/>
              <a:ext cx="4733581" cy="1969850"/>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14"/>
            <p:cNvSpPr/>
            <p:nvPr/>
          </p:nvSpPr>
          <p:spPr>
            <a:xfrm flipH="1">
              <a:off x="1072366" y="42754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1" name="Google Shape;181;p14"/>
          <p:cNvSpPr/>
          <p:nvPr/>
        </p:nvSpPr>
        <p:spPr>
          <a:xfrm rot="10800000">
            <a:off x="8562776" y="-34797"/>
            <a:ext cx="3656691" cy="2082261"/>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2" name="Google Shape;182;p14"/>
          <p:cNvSpPr/>
          <p:nvPr/>
        </p:nvSpPr>
        <p:spPr>
          <a:xfrm flipH="1">
            <a:off x="-458725" y="-405867"/>
            <a:ext cx="2626457" cy="2626457"/>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3" name="Google Shape;183;p14"/>
          <p:cNvSpPr/>
          <p:nvPr/>
        </p:nvSpPr>
        <p:spPr>
          <a:xfrm>
            <a:off x="4003431" y="397127"/>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4" name="Google Shape;184;p14"/>
          <p:cNvSpPr/>
          <p:nvPr/>
        </p:nvSpPr>
        <p:spPr>
          <a:xfrm flipH="1">
            <a:off x="7280201" y="397136"/>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5" name="Google Shape;185;p14"/>
          <p:cNvSpPr/>
          <p:nvPr/>
        </p:nvSpPr>
        <p:spPr>
          <a:xfrm flipH="1">
            <a:off x="10497537" y="44347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 name="Google Shape;186;p14"/>
          <p:cNvSpPr/>
          <p:nvPr/>
        </p:nvSpPr>
        <p:spPr>
          <a:xfrm>
            <a:off x="381816" y="323103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 name="Google Shape;187;p14"/>
          <p:cNvSpPr txBox="1">
            <a:spLocks noGrp="1"/>
          </p:cNvSpPr>
          <p:nvPr>
            <p:ph type="title"/>
          </p:nvPr>
        </p:nvSpPr>
        <p:spPr>
          <a:xfrm>
            <a:off x="3053400" y="4468800"/>
            <a:ext cx="6085200" cy="65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533"/>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88" name="Google Shape;188;p14"/>
          <p:cNvSpPr txBox="1">
            <a:spLocks noGrp="1"/>
          </p:cNvSpPr>
          <p:nvPr>
            <p:ph type="subTitle" idx="1"/>
          </p:nvPr>
        </p:nvSpPr>
        <p:spPr>
          <a:xfrm>
            <a:off x="2240233" y="2144000"/>
            <a:ext cx="7712000" cy="2121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3733"/>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Tree>
    <p:extLst>
      <p:ext uri="{BB962C8B-B14F-4D97-AF65-F5344CB8AC3E}">
        <p14:creationId xmlns:p14="http://schemas.microsoft.com/office/powerpoint/2010/main" val="2518562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89"/>
        <p:cNvGrpSpPr/>
        <p:nvPr/>
      </p:nvGrpSpPr>
      <p:grpSpPr>
        <a:xfrm>
          <a:off x="0" y="0"/>
          <a:ext cx="0" cy="0"/>
          <a:chOff x="0" y="0"/>
          <a:chExt cx="0" cy="0"/>
        </a:xfrm>
      </p:grpSpPr>
      <p:grpSp>
        <p:nvGrpSpPr>
          <p:cNvPr id="190" name="Google Shape;190;p15"/>
          <p:cNvGrpSpPr/>
          <p:nvPr/>
        </p:nvGrpSpPr>
        <p:grpSpPr>
          <a:xfrm>
            <a:off x="-14" y="4590071"/>
            <a:ext cx="5446100" cy="2267931"/>
            <a:chOff x="5059477" y="3501153"/>
            <a:chExt cx="4084575" cy="1700948"/>
          </a:xfrm>
        </p:grpSpPr>
        <p:sp>
          <p:nvSpPr>
            <p:cNvPr id="191" name="Google Shape;191;p15"/>
            <p:cNvSpPr/>
            <p:nvPr/>
          </p:nvSpPr>
          <p:spPr>
            <a:xfrm flipH="1">
              <a:off x="5059477" y="3501153"/>
              <a:ext cx="4084575" cy="1700948"/>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15"/>
            <p:cNvSpPr/>
            <p:nvPr/>
          </p:nvSpPr>
          <p:spPr>
            <a:xfrm flipH="1">
              <a:off x="5410277" y="4419773"/>
              <a:ext cx="916461" cy="660369"/>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3" name="Google Shape;193;p15"/>
          <p:cNvSpPr/>
          <p:nvPr/>
        </p:nvSpPr>
        <p:spPr>
          <a:xfrm rot="10800000" flipH="1">
            <a:off x="7348707" y="0"/>
            <a:ext cx="4843309" cy="2014815"/>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 name="Google Shape;194;p15"/>
          <p:cNvSpPr/>
          <p:nvPr/>
        </p:nvSpPr>
        <p:spPr>
          <a:xfrm flipH="1">
            <a:off x="-734723" y="11201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5" name="Google Shape;195;p15"/>
          <p:cNvSpPr/>
          <p:nvPr/>
        </p:nvSpPr>
        <p:spPr>
          <a:xfrm flipH="1">
            <a:off x="6095870" y="5872327"/>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 name="Google Shape;196;p15"/>
          <p:cNvSpPr/>
          <p:nvPr/>
        </p:nvSpPr>
        <p:spPr>
          <a:xfrm flipH="1">
            <a:off x="11082766" y="5961269"/>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7" name="Google Shape;197;p15"/>
          <p:cNvSpPr/>
          <p:nvPr/>
        </p:nvSpPr>
        <p:spPr>
          <a:xfrm flipH="1">
            <a:off x="5323399" y="854075"/>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5"/>
          <p:cNvSpPr txBox="1">
            <a:spLocks noGrp="1"/>
          </p:cNvSpPr>
          <p:nvPr>
            <p:ph type="subTitle" idx="1"/>
          </p:nvPr>
        </p:nvSpPr>
        <p:spPr>
          <a:xfrm>
            <a:off x="1347000" y="3254167"/>
            <a:ext cx="3876800" cy="17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99" name="Google Shape;199;p15"/>
          <p:cNvSpPr txBox="1">
            <a:spLocks noGrp="1"/>
          </p:cNvSpPr>
          <p:nvPr>
            <p:ph type="title"/>
          </p:nvPr>
        </p:nvSpPr>
        <p:spPr>
          <a:xfrm>
            <a:off x="1347000" y="1864033"/>
            <a:ext cx="3876800" cy="13900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98924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le and two columns 1">
  <p:cSld name="Títle and two columns 1">
    <p:spTree>
      <p:nvGrpSpPr>
        <p:cNvPr id="1" name="Shape 200"/>
        <p:cNvGrpSpPr/>
        <p:nvPr/>
      </p:nvGrpSpPr>
      <p:grpSpPr>
        <a:xfrm>
          <a:off x="0" y="0"/>
          <a:ext cx="0" cy="0"/>
          <a:chOff x="0" y="0"/>
          <a:chExt cx="0" cy="0"/>
        </a:xfrm>
      </p:grpSpPr>
      <p:sp>
        <p:nvSpPr>
          <p:cNvPr id="201" name="Google Shape;201;p16"/>
          <p:cNvSpPr txBox="1">
            <a:spLocks noGrp="1"/>
          </p:cNvSpPr>
          <p:nvPr>
            <p:ph type="title"/>
          </p:nvPr>
        </p:nvSpPr>
        <p:spPr>
          <a:xfrm>
            <a:off x="2286600" y="713333"/>
            <a:ext cx="76188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202" name="Google Shape;202;p16"/>
          <p:cNvSpPr txBox="1">
            <a:spLocks noGrp="1"/>
          </p:cNvSpPr>
          <p:nvPr>
            <p:ph type="body" idx="1"/>
          </p:nvPr>
        </p:nvSpPr>
        <p:spPr>
          <a:xfrm>
            <a:off x="960000" y="2145267"/>
            <a:ext cx="5016000" cy="39996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lvl1pPr>
            <a:lvl2pPr marL="1219170" lvl="1" indent="-406390" rtl="0">
              <a:lnSpc>
                <a:spcPct val="100000"/>
              </a:lnSpc>
              <a:spcBef>
                <a:spcPts val="0"/>
              </a:spcBef>
              <a:spcAft>
                <a:spcPts val="0"/>
              </a:spcAft>
              <a:buSzPts val="1200"/>
              <a:buFont typeface="Open Sans"/>
              <a:buChar char="○"/>
              <a:defRPr/>
            </a:lvl2pPr>
            <a:lvl3pPr marL="1828754" lvl="2" indent="-406390" rtl="0">
              <a:lnSpc>
                <a:spcPct val="100000"/>
              </a:lnSpc>
              <a:spcBef>
                <a:spcPts val="0"/>
              </a:spcBef>
              <a:spcAft>
                <a:spcPts val="0"/>
              </a:spcAft>
              <a:buSzPts val="1200"/>
              <a:buFont typeface="Open Sans"/>
              <a:buChar char="■"/>
              <a:defRPr/>
            </a:lvl3pPr>
            <a:lvl4pPr marL="2438339" lvl="3" indent="-406390" rtl="0">
              <a:lnSpc>
                <a:spcPct val="100000"/>
              </a:lnSpc>
              <a:spcBef>
                <a:spcPts val="0"/>
              </a:spcBef>
              <a:spcAft>
                <a:spcPts val="0"/>
              </a:spcAft>
              <a:buSzPts val="1200"/>
              <a:buFont typeface="Open Sans"/>
              <a:buChar char="●"/>
              <a:defRPr/>
            </a:lvl4pPr>
            <a:lvl5pPr marL="3047924" lvl="4" indent="-406390" rtl="0">
              <a:lnSpc>
                <a:spcPct val="100000"/>
              </a:lnSpc>
              <a:spcBef>
                <a:spcPts val="0"/>
              </a:spcBef>
              <a:spcAft>
                <a:spcPts val="0"/>
              </a:spcAft>
              <a:buSzPts val="1200"/>
              <a:buFont typeface="Open Sans"/>
              <a:buChar char="○"/>
              <a:defRPr/>
            </a:lvl5pPr>
            <a:lvl6pPr marL="3657509" lvl="5" indent="-406390" rtl="0">
              <a:lnSpc>
                <a:spcPct val="100000"/>
              </a:lnSpc>
              <a:spcBef>
                <a:spcPts val="0"/>
              </a:spcBef>
              <a:spcAft>
                <a:spcPts val="0"/>
              </a:spcAft>
              <a:buSzPts val="1200"/>
              <a:buFont typeface="Open Sans"/>
              <a:buChar char="■"/>
              <a:defRPr/>
            </a:lvl6pPr>
            <a:lvl7pPr marL="4267093" lvl="6" indent="-406390" rtl="0">
              <a:lnSpc>
                <a:spcPct val="100000"/>
              </a:lnSpc>
              <a:spcBef>
                <a:spcPts val="0"/>
              </a:spcBef>
              <a:spcAft>
                <a:spcPts val="0"/>
              </a:spcAft>
              <a:buSzPts val="1200"/>
              <a:buFont typeface="Open Sans"/>
              <a:buChar char="●"/>
              <a:defRPr/>
            </a:lvl7pPr>
            <a:lvl8pPr marL="4876678" lvl="7" indent="-406390" rtl="0">
              <a:lnSpc>
                <a:spcPct val="100000"/>
              </a:lnSpc>
              <a:spcBef>
                <a:spcPts val="0"/>
              </a:spcBef>
              <a:spcAft>
                <a:spcPts val="0"/>
              </a:spcAft>
              <a:buSzPts val="1200"/>
              <a:buFont typeface="Open Sans"/>
              <a:buChar char="○"/>
              <a:defRPr/>
            </a:lvl8pPr>
            <a:lvl9pPr marL="5486263" lvl="8" indent="-406390" rtl="0">
              <a:lnSpc>
                <a:spcPct val="100000"/>
              </a:lnSpc>
              <a:spcBef>
                <a:spcPts val="0"/>
              </a:spcBef>
              <a:spcAft>
                <a:spcPts val="0"/>
              </a:spcAft>
              <a:buSzPts val="1200"/>
              <a:buFont typeface="Open Sans"/>
              <a:buChar char="■"/>
              <a:defRPr/>
            </a:lvl9pPr>
          </a:lstStyle>
          <a:p>
            <a:pPr lvl="0"/>
            <a:r>
              <a:rPr lang="en-US"/>
              <a:t>Click to edit Master text styles</a:t>
            </a:r>
          </a:p>
        </p:txBody>
      </p:sp>
      <p:sp>
        <p:nvSpPr>
          <p:cNvPr id="203" name="Google Shape;203;p16"/>
          <p:cNvSpPr txBox="1">
            <a:spLocks noGrp="1"/>
          </p:cNvSpPr>
          <p:nvPr>
            <p:ph type="body" idx="2"/>
          </p:nvPr>
        </p:nvSpPr>
        <p:spPr>
          <a:xfrm>
            <a:off x="6216000" y="2145267"/>
            <a:ext cx="5016000" cy="39996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lvl1pPr>
            <a:lvl2pPr marL="1219170" lvl="1" indent="-406390" rtl="0">
              <a:lnSpc>
                <a:spcPct val="100000"/>
              </a:lnSpc>
              <a:spcBef>
                <a:spcPts val="0"/>
              </a:spcBef>
              <a:spcAft>
                <a:spcPts val="0"/>
              </a:spcAft>
              <a:buSzPts val="1200"/>
              <a:buFont typeface="Open Sans"/>
              <a:buChar char="○"/>
              <a:defRPr/>
            </a:lvl2pPr>
            <a:lvl3pPr marL="1828754" lvl="2" indent="-406390" rtl="0">
              <a:lnSpc>
                <a:spcPct val="100000"/>
              </a:lnSpc>
              <a:spcBef>
                <a:spcPts val="0"/>
              </a:spcBef>
              <a:spcAft>
                <a:spcPts val="0"/>
              </a:spcAft>
              <a:buSzPts val="1200"/>
              <a:buFont typeface="Open Sans"/>
              <a:buChar char="■"/>
              <a:defRPr/>
            </a:lvl3pPr>
            <a:lvl4pPr marL="2438339" lvl="3" indent="-406390" rtl="0">
              <a:lnSpc>
                <a:spcPct val="100000"/>
              </a:lnSpc>
              <a:spcBef>
                <a:spcPts val="0"/>
              </a:spcBef>
              <a:spcAft>
                <a:spcPts val="0"/>
              </a:spcAft>
              <a:buSzPts val="1200"/>
              <a:buFont typeface="Open Sans"/>
              <a:buChar char="●"/>
              <a:defRPr/>
            </a:lvl4pPr>
            <a:lvl5pPr marL="3047924" lvl="4" indent="-406390" rtl="0">
              <a:lnSpc>
                <a:spcPct val="100000"/>
              </a:lnSpc>
              <a:spcBef>
                <a:spcPts val="0"/>
              </a:spcBef>
              <a:spcAft>
                <a:spcPts val="0"/>
              </a:spcAft>
              <a:buSzPts val="1200"/>
              <a:buFont typeface="Open Sans"/>
              <a:buChar char="○"/>
              <a:defRPr/>
            </a:lvl5pPr>
            <a:lvl6pPr marL="3657509" lvl="5" indent="-406390" rtl="0">
              <a:lnSpc>
                <a:spcPct val="100000"/>
              </a:lnSpc>
              <a:spcBef>
                <a:spcPts val="0"/>
              </a:spcBef>
              <a:spcAft>
                <a:spcPts val="0"/>
              </a:spcAft>
              <a:buSzPts val="1200"/>
              <a:buFont typeface="Open Sans"/>
              <a:buChar char="■"/>
              <a:defRPr/>
            </a:lvl6pPr>
            <a:lvl7pPr marL="4267093" lvl="6" indent="-406390" rtl="0">
              <a:lnSpc>
                <a:spcPct val="100000"/>
              </a:lnSpc>
              <a:spcBef>
                <a:spcPts val="0"/>
              </a:spcBef>
              <a:spcAft>
                <a:spcPts val="0"/>
              </a:spcAft>
              <a:buSzPts val="1200"/>
              <a:buFont typeface="Open Sans"/>
              <a:buChar char="●"/>
              <a:defRPr/>
            </a:lvl7pPr>
            <a:lvl8pPr marL="4876678" lvl="7" indent="-406390" rtl="0">
              <a:lnSpc>
                <a:spcPct val="100000"/>
              </a:lnSpc>
              <a:spcBef>
                <a:spcPts val="0"/>
              </a:spcBef>
              <a:spcAft>
                <a:spcPts val="0"/>
              </a:spcAft>
              <a:buSzPts val="1200"/>
              <a:buFont typeface="Open Sans"/>
              <a:buChar char="○"/>
              <a:defRPr/>
            </a:lvl8pPr>
            <a:lvl9pPr marL="5486263" lvl="8" indent="-406390" rtl="0">
              <a:lnSpc>
                <a:spcPct val="100000"/>
              </a:lnSpc>
              <a:spcBef>
                <a:spcPts val="0"/>
              </a:spcBef>
              <a:spcAft>
                <a:spcPts val="0"/>
              </a:spcAft>
              <a:buSzPts val="1200"/>
              <a:buFont typeface="Open Sans"/>
              <a:buChar char="■"/>
              <a:defRPr/>
            </a:lvl9pPr>
          </a:lstStyle>
          <a:p>
            <a:pPr lvl="0"/>
            <a:r>
              <a:rPr lang="en-US"/>
              <a:t>Click to edit Master text styles</a:t>
            </a:r>
          </a:p>
        </p:txBody>
      </p:sp>
      <p:sp>
        <p:nvSpPr>
          <p:cNvPr id="204" name="Google Shape;204;p16"/>
          <p:cNvSpPr/>
          <p:nvPr/>
        </p:nvSpPr>
        <p:spPr>
          <a:xfrm rot="10800000">
            <a:off x="-51381" y="-21970"/>
            <a:ext cx="3235215" cy="1347203"/>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5" name="Google Shape;205;p16"/>
          <p:cNvSpPr/>
          <p:nvPr/>
        </p:nvSpPr>
        <p:spPr>
          <a:xfrm>
            <a:off x="9418137" y="338561"/>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6" name="Google Shape;206;p16"/>
          <p:cNvSpPr/>
          <p:nvPr/>
        </p:nvSpPr>
        <p:spPr>
          <a:xfrm>
            <a:off x="10370770" y="0"/>
            <a:ext cx="1983029" cy="798699"/>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 name="Google Shape;207;p16"/>
          <p:cNvSpPr/>
          <p:nvPr/>
        </p:nvSpPr>
        <p:spPr>
          <a:xfrm flipH="1">
            <a:off x="8019440" y="5914867"/>
            <a:ext cx="4579360" cy="964892"/>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8" name="Google Shape;208;p16"/>
          <p:cNvSpPr/>
          <p:nvPr/>
        </p:nvSpPr>
        <p:spPr>
          <a:xfrm>
            <a:off x="346352" y="5914164"/>
            <a:ext cx="715265" cy="643601"/>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87169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09"/>
        <p:cNvGrpSpPr/>
        <p:nvPr/>
      </p:nvGrpSpPr>
      <p:grpSpPr>
        <a:xfrm>
          <a:off x="0" y="0"/>
          <a:ext cx="0" cy="0"/>
          <a:chOff x="0" y="0"/>
          <a:chExt cx="0" cy="0"/>
        </a:xfrm>
      </p:grpSpPr>
      <p:grpSp>
        <p:nvGrpSpPr>
          <p:cNvPr id="210" name="Google Shape;210;p17"/>
          <p:cNvGrpSpPr/>
          <p:nvPr/>
        </p:nvGrpSpPr>
        <p:grpSpPr>
          <a:xfrm rot="10800000">
            <a:off x="9042081" y="-44433"/>
            <a:ext cx="3643153" cy="1515551"/>
            <a:chOff x="-32" y="3833549"/>
            <a:chExt cx="3148974" cy="1309972"/>
          </a:xfrm>
        </p:grpSpPr>
        <p:sp>
          <p:nvSpPr>
            <p:cNvPr id="211" name="Google Shape;211;p17"/>
            <p:cNvSpPr/>
            <p:nvPr/>
          </p:nvSpPr>
          <p:spPr>
            <a:xfrm flipH="1">
              <a:off x="-32" y="3833549"/>
              <a:ext cx="3148974" cy="1309972"/>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 name="Google Shape;212;p17"/>
            <p:cNvSpPr/>
            <p:nvPr/>
          </p:nvSpPr>
          <p:spPr>
            <a:xfrm flipH="1">
              <a:off x="832257" y="4608506"/>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3" name="Google Shape;213;p17"/>
          <p:cNvSpPr/>
          <p:nvPr/>
        </p:nvSpPr>
        <p:spPr>
          <a:xfrm flipH="1">
            <a:off x="-1331730" y="82200"/>
            <a:ext cx="3460097" cy="798539"/>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 name="Google Shape;214;p17"/>
          <p:cNvSpPr/>
          <p:nvPr/>
        </p:nvSpPr>
        <p:spPr>
          <a:xfrm flipH="1">
            <a:off x="8573973" y="5827701"/>
            <a:ext cx="4579360" cy="964892"/>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5" name="Google Shape;215;p17"/>
          <p:cNvSpPr/>
          <p:nvPr/>
        </p:nvSpPr>
        <p:spPr>
          <a:xfrm flipH="1">
            <a:off x="559863" y="1663867"/>
            <a:ext cx="918869" cy="337700"/>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6" name="Google Shape;216;p17"/>
          <p:cNvSpPr/>
          <p:nvPr/>
        </p:nvSpPr>
        <p:spPr>
          <a:xfrm flipH="1">
            <a:off x="10779233" y="1356936"/>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7" name="Google Shape;217;p17"/>
          <p:cNvSpPr/>
          <p:nvPr/>
        </p:nvSpPr>
        <p:spPr>
          <a:xfrm>
            <a:off x="-464167" y="5974134"/>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8" name="Google Shape;218;p17"/>
          <p:cNvSpPr txBox="1">
            <a:spLocks noGrp="1"/>
          </p:cNvSpPr>
          <p:nvPr>
            <p:ph type="title"/>
          </p:nvPr>
        </p:nvSpPr>
        <p:spPr>
          <a:xfrm>
            <a:off x="1061600" y="3434284"/>
            <a:ext cx="3115200" cy="70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933"/>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19" name="Google Shape;219;p17"/>
          <p:cNvSpPr txBox="1">
            <a:spLocks noGrp="1"/>
          </p:cNvSpPr>
          <p:nvPr>
            <p:ph type="subTitle" idx="1"/>
          </p:nvPr>
        </p:nvSpPr>
        <p:spPr>
          <a:xfrm>
            <a:off x="1061600" y="4216341"/>
            <a:ext cx="3115200" cy="9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0" name="Google Shape;220;p17"/>
          <p:cNvSpPr txBox="1">
            <a:spLocks noGrp="1"/>
          </p:cNvSpPr>
          <p:nvPr>
            <p:ph type="title" idx="2"/>
          </p:nvPr>
        </p:nvSpPr>
        <p:spPr>
          <a:xfrm>
            <a:off x="4538400" y="3434284"/>
            <a:ext cx="3115200" cy="70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933"/>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21" name="Google Shape;221;p17"/>
          <p:cNvSpPr txBox="1">
            <a:spLocks noGrp="1"/>
          </p:cNvSpPr>
          <p:nvPr>
            <p:ph type="subTitle" idx="3"/>
          </p:nvPr>
        </p:nvSpPr>
        <p:spPr>
          <a:xfrm>
            <a:off x="4538400" y="4216341"/>
            <a:ext cx="3115200" cy="9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2" name="Google Shape;222;p17"/>
          <p:cNvSpPr txBox="1">
            <a:spLocks noGrp="1"/>
          </p:cNvSpPr>
          <p:nvPr>
            <p:ph type="title" idx="4"/>
          </p:nvPr>
        </p:nvSpPr>
        <p:spPr>
          <a:xfrm>
            <a:off x="8015200" y="3434284"/>
            <a:ext cx="3115200" cy="70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933"/>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23" name="Google Shape;223;p17"/>
          <p:cNvSpPr txBox="1">
            <a:spLocks noGrp="1"/>
          </p:cNvSpPr>
          <p:nvPr>
            <p:ph type="subTitle" idx="5"/>
          </p:nvPr>
        </p:nvSpPr>
        <p:spPr>
          <a:xfrm>
            <a:off x="8015200" y="4216341"/>
            <a:ext cx="3115200" cy="9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4" name="Google Shape;224;p17"/>
          <p:cNvSpPr txBox="1">
            <a:spLocks noGrp="1"/>
          </p:cNvSpPr>
          <p:nvPr>
            <p:ph type="title" idx="6"/>
          </p:nvPr>
        </p:nvSpPr>
        <p:spPr>
          <a:xfrm>
            <a:off x="2062200" y="713333"/>
            <a:ext cx="8067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0202423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25"/>
        <p:cNvGrpSpPr/>
        <p:nvPr/>
      </p:nvGrpSpPr>
      <p:grpSpPr>
        <a:xfrm>
          <a:off x="0" y="0"/>
          <a:ext cx="0" cy="0"/>
          <a:chOff x="0" y="0"/>
          <a:chExt cx="0" cy="0"/>
        </a:xfrm>
      </p:grpSpPr>
      <p:sp>
        <p:nvSpPr>
          <p:cNvPr id="226" name="Google Shape;226;p18"/>
          <p:cNvSpPr/>
          <p:nvPr/>
        </p:nvSpPr>
        <p:spPr>
          <a:xfrm flipH="1">
            <a:off x="11110242" y="5898572"/>
            <a:ext cx="546997" cy="492200"/>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7" name="Google Shape;227;p18"/>
          <p:cNvSpPr/>
          <p:nvPr/>
        </p:nvSpPr>
        <p:spPr>
          <a:xfrm flipH="1">
            <a:off x="9932219" y="13569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8" name="Google Shape;228;p18"/>
          <p:cNvSpPr/>
          <p:nvPr/>
        </p:nvSpPr>
        <p:spPr>
          <a:xfrm>
            <a:off x="3850449" y="361098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9" name="Google Shape;229;p18"/>
          <p:cNvSpPr/>
          <p:nvPr/>
        </p:nvSpPr>
        <p:spPr>
          <a:xfrm flipH="1">
            <a:off x="196467" y="2213024"/>
            <a:ext cx="605403" cy="387645"/>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0" name="Google Shape;230;p18"/>
          <p:cNvSpPr/>
          <p:nvPr/>
        </p:nvSpPr>
        <p:spPr>
          <a:xfrm rot="10800000" flipH="1">
            <a:off x="8413367" y="-37951"/>
            <a:ext cx="3778692" cy="157351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1" name="Google Shape;231;p18"/>
          <p:cNvSpPr/>
          <p:nvPr/>
        </p:nvSpPr>
        <p:spPr>
          <a:xfrm rot="10800000" flipH="1">
            <a:off x="-140400" y="-86882"/>
            <a:ext cx="3443352" cy="1960783"/>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2" name="Google Shape;232;p18"/>
          <p:cNvSpPr txBox="1">
            <a:spLocks noGrp="1"/>
          </p:cNvSpPr>
          <p:nvPr>
            <p:ph type="title"/>
          </p:nvPr>
        </p:nvSpPr>
        <p:spPr>
          <a:xfrm>
            <a:off x="960000" y="2191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3" name="Google Shape;233;p18"/>
          <p:cNvSpPr txBox="1">
            <a:spLocks noGrp="1"/>
          </p:cNvSpPr>
          <p:nvPr>
            <p:ph type="subTitle" idx="1"/>
          </p:nvPr>
        </p:nvSpPr>
        <p:spPr>
          <a:xfrm>
            <a:off x="960000" y="2721033"/>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4" name="Google Shape;234;p18"/>
          <p:cNvSpPr txBox="1">
            <a:spLocks noGrp="1"/>
          </p:cNvSpPr>
          <p:nvPr>
            <p:ph type="title" idx="2"/>
          </p:nvPr>
        </p:nvSpPr>
        <p:spPr>
          <a:xfrm>
            <a:off x="4591433" y="2191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5" name="Google Shape;235;p18"/>
          <p:cNvSpPr txBox="1">
            <a:spLocks noGrp="1"/>
          </p:cNvSpPr>
          <p:nvPr>
            <p:ph type="subTitle" idx="3"/>
          </p:nvPr>
        </p:nvSpPr>
        <p:spPr>
          <a:xfrm>
            <a:off x="4591433" y="2721033"/>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6" name="Google Shape;236;p18"/>
          <p:cNvSpPr txBox="1">
            <a:spLocks noGrp="1"/>
          </p:cNvSpPr>
          <p:nvPr>
            <p:ph type="title" idx="4"/>
          </p:nvPr>
        </p:nvSpPr>
        <p:spPr>
          <a:xfrm>
            <a:off x="960000" y="4344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7" name="Google Shape;237;p18"/>
          <p:cNvSpPr txBox="1">
            <a:spLocks noGrp="1"/>
          </p:cNvSpPr>
          <p:nvPr>
            <p:ph type="subTitle" idx="5"/>
          </p:nvPr>
        </p:nvSpPr>
        <p:spPr>
          <a:xfrm>
            <a:off x="960000" y="4873867"/>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8" name="Google Shape;238;p18"/>
          <p:cNvSpPr txBox="1">
            <a:spLocks noGrp="1"/>
          </p:cNvSpPr>
          <p:nvPr>
            <p:ph type="title" idx="6"/>
          </p:nvPr>
        </p:nvSpPr>
        <p:spPr>
          <a:xfrm>
            <a:off x="4591433" y="4344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9" name="Google Shape;239;p18"/>
          <p:cNvSpPr txBox="1">
            <a:spLocks noGrp="1"/>
          </p:cNvSpPr>
          <p:nvPr>
            <p:ph type="subTitle" idx="7"/>
          </p:nvPr>
        </p:nvSpPr>
        <p:spPr>
          <a:xfrm>
            <a:off x="4591433" y="4873867"/>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0" name="Google Shape;240;p18"/>
          <p:cNvSpPr txBox="1">
            <a:spLocks noGrp="1"/>
          </p:cNvSpPr>
          <p:nvPr>
            <p:ph type="title" idx="8"/>
          </p:nvPr>
        </p:nvSpPr>
        <p:spPr>
          <a:xfrm>
            <a:off x="8222867" y="2191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41" name="Google Shape;241;p18"/>
          <p:cNvSpPr txBox="1">
            <a:spLocks noGrp="1"/>
          </p:cNvSpPr>
          <p:nvPr>
            <p:ph type="subTitle" idx="9"/>
          </p:nvPr>
        </p:nvSpPr>
        <p:spPr>
          <a:xfrm>
            <a:off x="8222867" y="2721033"/>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2" name="Google Shape;242;p18"/>
          <p:cNvSpPr txBox="1">
            <a:spLocks noGrp="1"/>
          </p:cNvSpPr>
          <p:nvPr>
            <p:ph type="title" idx="13"/>
          </p:nvPr>
        </p:nvSpPr>
        <p:spPr>
          <a:xfrm>
            <a:off x="8222867" y="4344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43" name="Google Shape;243;p18"/>
          <p:cNvSpPr txBox="1">
            <a:spLocks noGrp="1"/>
          </p:cNvSpPr>
          <p:nvPr>
            <p:ph type="subTitle" idx="14"/>
          </p:nvPr>
        </p:nvSpPr>
        <p:spPr>
          <a:xfrm>
            <a:off x="8222867" y="4873867"/>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4" name="Google Shape;244;p18"/>
          <p:cNvSpPr txBox="1">
            <a:spLocks noGrp="1"/>
          </p:cNvSpPr>
          <p:nvPr>
            <p:ph type="title" idx="15"/>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9331276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45"/>
        <p:cNvGrpSpPr/>
        <p:nvPr/>
      </p:nvGrpSpPr>
      <p:grpSpPr>
        <a:xfrm>
          <a:off x="0" y="0"/>
          <a:ext cx="0" cy="0"/>
          <a:chOff x="0" y="0"/>
          <a:chExt cx="0" cy="0"/>
        </a:xfrm>
      </p:grpSpPr>
      <p:sp>
        <p:nvSpPr>
          <p:cNvPr id="246" name="Google Shape;246;p19"/>
          <p:cNvSpPr/>
          <p:nvPr/>
        </p:nvSpPr>
        <p:spPr>
          <a:xfrm flipH="1">
            <a:off x="-349751" y="-424833"/>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7" name="Google Shape;247;p19"/>
          <p:cNvSpPr/>
          <p:nvPr/>
        </p:nvSpPr>
        <p:spPr>
          <a:xfrm flipH="1">
            <a:off x="1447703" y="5066727"/>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8" name="Google Shape;248;p19"/>
          <p:cNvSpPr/>
          <p:nvPr/>
        </p:nvSpPr>
        <p:spPr>
          <a:xfrm flipH="1">
            <a:off x="11151865" y="6053275"/>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9" name="Google Shape;249;p19"/>
          <p:cNvSpPr/>
          <p:nvPr/>
        </p:nvSpPr>
        <p:spPr>
          <a:xfrm rot="10800000">
            <a:off x="8925175" y="-161139"/>
            <a:ext cx="3357459" cy="1911873"/>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0" name="Google Shape;250;p19"/>
          <p:cNvGrpSpPr/>
          <p:nvPr/>
        </p:nvGrpSpPr>
        <p:grpSpPr>
          <a:xfrm>
            <a:off x="1" y="5381401"/>
            <a:ext cx="3531367" cy="1581737"/>
            <a:chOff x="0" y="4036050"/>
            <a:chExt cx="2648525" cy="1186303"/>
          </a:xfrm>
        </p:grpSpPr>
        <p:sp>
          <p:nvSpPr>
            <p:cNvPr id="251" name="Google Shape;251;p19"/>
            <p:cNvSpPr/>
            <p:nvPr/>
          </p:nvSpPr>
          <p:spPr>
            <a:xfrm flipH="1">
              <a:off x="0" y="4036050"/>
              <a:ext cx="2648525" cy="1102895"/>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19"/>
            <p:cNvSpPr/>
            <p:nvPr/>
          </p:nvSpPr>
          <p:spPr>
            <a:xfrm flipH="1">
              <a:off x="86630" y="4584650"/>
              <a:ext cx="885107" cy="637703"/>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3" name="Google Shape;253;p19"/>
          <p:cNvSpPr txBox="1">
            <a:spLocks noGrp="1"/>
          </p:cNvSpPr>
          <p:nvPr>
            <p:ph type="title"/>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54" name="Google Shape;254;p19"/>
          <p:cNvSpPr/>
          <p:nvPr/>
        </p:nvSpPr>
        <p:spPr>
          <a:xfrm>
            <a:off x="-667816" y="114300"/>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0102283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55"/>
        <p:cNvGrpSpPr/>
        <p:nvPr/>
      </p:nvGrpSpPr>
      <p:grpSpPr>
        <a:xfrm>
          <a:off x="0" y="0"/>
          <a:ext cx="0" cy="0"/>
          <a:chOff x="0" y="0"/>
          <a:chExt cx="0" cy="0"/>
        </a:xfrm>
      </p:grpSpPr>
      <p:sp>
        <p:nvSpPr>
          <p:cNvPr id="256" name="Google Shape;256;p20"/>
          <p:cNvSpPr/>
          <p:nvPr/>
        </p:nvSpPr>
        <p:spPr>
          <a:xfrm flipH="1">
            <a:off x="212470" y="63867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7" name="Google Shape;257;p20"/>
          <p:cNvSpPr/>
          <p:nvPr/>
        </p:nvSpPr>
        <p:spPr>
          <a:xfrm rot="10800000" flipH="1">
            <a:off x="1" y="-5"/>
            <a:ext cx="3261511" cy="1857239"/>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8" name="Google Shape;258;p20"/>
          <p:cNvGrpSpPr/>
          <p:nvPr/>
        </p:nvGrpSpPr>
        <p:grpSpPr>
          <a:xfrm>
            <a:off x="8673269" y="-114234"/>
            <a:ext cx="3531367" cy="1581737"/>
            <a:chOff x="4330350" y="1572375"/>
            <a:chExt cx="2648525" cy="1186303"/>
          </a:xfrm>
        </p:grpSpPr>
        <p:sp>
          <p:nvSpPr>
            <p:cNvPr id="259" name="Google Shape;259;p20"/>
            <p:cNvSpPr/>
            <p:nvPr/>
          </p:nvSpPr>
          <p:spPr>
            <a:xfrm rot="10800000" flipH="1">
              <a:off x="4330350" y="1655782"/>
              <a:ext cx="2648525" cy="1102895"/>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20"/>
            <p:cNvSpPr/>
            <p:nvPr/>
          </p:nvSpPr>
          <p:spPr>
            <a:xfrm rot="10800000" flipH="1">
              <a:off x="6007138" y="1572375"/>
              <a:ext cx="885107" cy="637703"/>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1" name="Google Shape;261;p20"/>
          <p:cNvSpPr txBox="1">
            <a:spLocks noGrp="1"/>
          </p:cNvSpPr>
          <p:nvPr>
            <p:ph type="title"/>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6146427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62"/>
        <p:cNvGrpSpPr/>
        <p:nvPr/>
      </p:nvGrpSpPr>
      <p:grpSpPr>
        <a:xfrm>
          <a:off x="0" y="0"/>
          <a:ext cx="0" cy="0"/>
          <a:chOff x="0" y="0"/>
          <a:chExt cx="0" cy="0"/>
        </a:xfrm>
      </p:grpSpPr>
      <p:sp>
        <p:nvSpPr>
          <p:cNvPr id="263" name="Google Shape;263;p21"/>
          <p:cNvSpPr/>
          <p:nvPr/>
        </p:nvSpPr>
        <p:spPr>
          <a:xfrm flipH="1">
            <a:off x="10410303" y="4409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4" name="Google Shape;264;p21"/>
          <p:cNvSpPr/>
          <p:nvPr/>
        </p:nvSpPr>
        <p:spPr>
          <a:xfrm flipH="1">
            <a:off x="11238533" y="1184069"/>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5" name="Google Shape;265;p21"/>
          <p:cNvSpPr/>
          <p:nvPr/>
        </p:nvSpPr>
        <p:spPr>
          <a:xfrm flipH="1">
            <a:off x="-16" y="5403701"/>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6" name="Google Shape;266;p21"/>
          <p:cNvSpPr/>
          <p:nvPr/>
        </p:nvSpPr>
        <p:spPr>
          <a:xfrm flipH="1">
            <a:off x="9267520" y="5192667"/>
            <a:ext cx="2924480" cy="1665327"/>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7" name="Google Shape;267;p21"/>
          <p:cNvSpPr/>
          <p:nvPr/>
        </p:nvSpPr>
        <p:spPr>
          <a:xfrm rot="10800000">
            <a:off x="-12633" y="-21924"/>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8" name="Google Shape;268;p21"/>
          <p:cNvSpPr txBox="1">
            <a:spLocks noGrp="1"/>
          </p:cNvSpPr>
          <p:nvPr>
            <p:ph type="title"/>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9" name="Google Shape;269;p21"/>
          <p:cNvSpPr/>
          <p:nvPr/>
        </p:nvSpPr>
        <p:spPr>
          <a:xfrm flipH="1">
            <a:off x="202148" y="6273609"/>
            <a:ext cx="966120" cy="696071"/>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54599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70"/>
        <p:cNvGrpSpPr/>
        <p:nvPr/>
      </p:nvGrpSpPr>
      <p:grpSpPr>
        <a:xfrm>
          <a:off x="0" y="0"/>
          <a:ext cx="0" cy="0"/>
          <a:chOff x="0" y="0"/>
          <a:chExt cx="0" cy="0"/>
        </a:xfrm>
      </p:grpSpPr>
      <p:sp>
        <p:nvSpPr>
          <p:cNvPr id="271" name="Google Shape;271;p22"/>
          <p:cNvSpPr/>
          <p:nvPr/>
        </p:nvSpPr>
        <p:spPr>
          <a:xfrm flipH="1">
            <a:off x="-531918" y="1"/>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2" name="Google Shape;272;p22"/>
          <p:cNvSpPr/>
          <p:nvPr/>
        </p:nvSpPr>
        <p:spPr>
          <a:xfrm flipH="1">
            <a:off x="5725503" y="41285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3" name="Google Shape;273;p22"/>
          <p:cNvSpPr/>
          <p:nvPr/>
        </p:nvSpPr>
        <p:spPr>
          <a:xfrm flipH="1">
            <a:off x="9339000" y="1626536"/>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4" name="Google Shape;274;p22"/>
          <p:cNvSpPr/>
          <p:nvPr/>
        </p:nvSpPr>
        <p:spPr>
          <a:xfrm flipH="1">
            <a:off x="2156799" y="2256242"/>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75" name="Google Shape;275;p22"/>
          <p:cNvGrpSpPr/>
          <p:nvPr/>
        </p:nvGrpSpPr>
        <p:grpSpPr>
          <a:xfrm flipH="1">
            <a:off x="10753693" y="91116"/>
            <a:ext cx="1547145" cy="2299163"/>
            <a:chOff x="734550" y="2051650"/>
            <a:chExt cx="341825" cy="507975"/>
          </a:xfrm>
        </p:grpSpPr>
        <p:sp>
          <p:nvSpPr>
            <p:cNvPr id="276" name="Google Shape;276;p22"/>
            <p:cNvSpPr/>
            <p:nvPr/>
          </p:nvSpPr>
          <p:spPr>
            <a:xfrm>
              <a:off x="741075" y="2051650"/>
              <a:ext cx="335300" cy="239300"/>
            </a:xfrm>
            <a:custGeom>
              <a:avLst/>
              <a:gdLst/>
              <a:ahLst/>
              <a:cxnLst/>
              <a:rect l="l" t="t" r="r" b="b"/>
              <a:pathLst>
                <a:path w="13412" h="9572" extrusionOk="0">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22"/>
            <p:cNvSpPr/>
            <p:nvPr/>
          </p:nvSpPr>
          <p:spPr>
            <a:xfrm>
              <a:off x="734550" y="2149000"/>
              <a:ext cx="187750" cy="410625"/>
            </a:xfrm>
            <a:custGeom>
              <a:avLst/>
              <a:gdLst/>
              <a:ahLst/>
              <a:cxnLst/>
              <a:rect l="l" t="t" r="r" b="b"/>
              <a:pathLst>
                <a:path w="7510" h="16425" extrusionOk="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22"/>
            <p:cNvSpPr/>
            <p:nvPr/>
          </p:nvSpPr>
          <p:spPr>
            <a:xfrm>
              <a:off x="758700" y="2118950"/>
              <a:ext cx="236475" cy="253100"/>
            </a:xfrm>
            <a:custGeom>
              <a:avLst/>
              <a:gdLst/>
              <a:ahLst/>
              <a:cxnLst/>
              <a:rect l="l" t="t" r="r" b="b"/>
              <a:pathLst>
                <a:path w="9459" h="10124" extrusionOk="0">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79" name="Google Shape;279;p22"/>
          <p:cNvSpPr/>
          <p:nvPr/>
        </p:nvSpPr>
        <p:spPr>
          <a:xfrm flipH="1">
            <a:off x="-99467" y="271401"/>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0" name="Google Shape;280;p22"/>
          <p:cNvSpPr/>
          <p:nvPr/>
        </p:nvSpPr>
        <p:spPr>
          <a:xfrm flipH="1">
            <a:off x="-474227" y="5893134"/>
            <a:ext cx="4579360" cy="964892"/>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81" name="Google Shape;281;p22"/>
          <p:cNvGrpSpPr/>
          <p:nvPr/>
        </p:nvGrpSpPr>
        <p:grpSpPr>
          <a:xfrm>
            <a:off x="7609198" y="5071581"/>
            <a:ext cx="4608831" cy="1919203"/>
            <a:chOff x="5345149" y="3561586"/>
            <a:chExt cx="3798904" cy="1581934"/>
          </a:xfrm>
        </p:grpSpPr>
        <p:sp>
          <p:nvSpPr>
            <p:cNvPr id="282" name="Google Shape;282;p22"/>
            <p:cNvSpPr/>
            <p:nvPr/>
          </p:nvSpPr>
          <p:spPr>
            <a:xfrm>
              <a:off x="5345149" y="3561586"/>
              <a:ext cx="3798904" cy="1581934"/>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22"/>
            <p:cNvSpPr/>
            <p:nvPr/>
          </p:nvSpPr>
          <p:spPr>
            <a:xfrm>
              <a:off x="8359057" y="4098269"/>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4" name="Google Shape;284;p22"/>
          <p:cNvSpPr txBox="1">
            <a:spLocks noGrp="1"/>
          </p:cNvSpPr>
          <p:nvPr>
            <p:ph type="title" hasCustomPrompt="1"/>
          </p:nvPr>
        </p:nvSpPr>
        <p:spPr>
          <a:xfrm>
            <a:off x="4105117" y="1253433"/>
            <a:ext cx="3982000" cy="11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000">
                <a:solidFill>
                  <a:schemeClr val="accent4"/>
                </a:solidFill>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285" name="Google Shape;285;p22"/>
          <p:cNvSpPr txBox="1">
            <a:spLocks noGrp="1"/>
          </p:cNvSpPr>
          <p:nvPr>
            <p:ph type="subTitle" idx="1"/>
          </p:nvPr>
        </p:nvSpPr>
        <p:spPr>
          <a:xfrm>
            <a:off x="4410917" y="2435820"/>
            <a:ext cx="3370400" cy="81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6" name="Google Shape;286;p22"/>
          <p:cNvSpPr txBox="1">
            <a:spLocks noGrp="1"/>
          </p:cNvSpPr>
          <p:nvPr>
            <p:ph type="title" idx="2" hasCustomPrompt="1"/>
          </p:nvPr>
        </p:nvSpPr>
        <p:spPr>
          <a:xfrm>
            <a:off x="953451" y="3204567"/>
            <a:ext cx="3982000" cy="11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000"/>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287" name="Google Shape;287;p22"/>
          <p:cNvSpPr txBox="1">
            <a:spLocks noGrp="1"/>
          </p:cNvSpPr>
          <p:nvPr>
            <p:ph type="subTitle" idx="3"/>
          </p:nvPr>
        </p:nvSpPr>
        <p:spPr>
          <a:xfrm>
            <a:off x="1259251" y="4386953"/>
            <a:ext cx="3370400" cy="81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8" name="Google Shape;288;p22"/>
          <p:cNvSpPr txBox="1">
            <a:spLocks noGrp="1"/>
          </p:cNvSpPr>
          <p:nvPr>
            <p:ph type="title" idx="4" hasCustomPrompt="1"/>
          </p:nvPr>
        </p:nvSpPr>
        <p:spPr>
          <a:xfrm>
            <a:off x="7256517" y="3204567"/>
            <a:ext cx="3982000" cy="11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000"/>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289" name="Google Shape;289;p22"/>
          <p:cNvSpPr txBox="1">
            <a:spLocks noGrp="1"/>
          </p:cNvSpPr>
          <p:nvPr>
            <p:ph type="subTitle" idx="5"/>
          </p:nvPr>
        </p:nvSpPr>
        <p:spPr>
          <a:xfrm>
            <a:off x="7562317" y="4386953"/>
            <a:ext cx="3370400" cy="81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0" name="Google Shape;290;p22"/>
          <p:cNvSpPr/>
          <p:nvPr/>
        </p:nvSpPr>
        <p:spPr>
          <a:xfrm flipH="1">
            <a:off x="8087118" y="79067"/>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1885348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91"/>
        <p:cNvGrpSpPr/>
        <p:nvPr/>
      </p:nvGrpSpPr>
      <p:grpSpPr>
        <a:xfrm>
          <a:off x="0" y="0"/>
          <a:ext cx="0" cy="0"/>
          <a:chOff x="0" y="0"/>
          <a:chExt cx="0" cy="0"/>
        </a:xfrm>
      </p:grpSpPr>
      <p:grpSp>
        <p:nvGrpSpPr>
          <p:cNvPr id="292" name="Google Shape;292;p23"/>
          <p:cNvGrpSpPr/>
          <p:nvPr/>
        </p:nvGrpSpPr>
        <p:grpSpPr>
          <a:xfrm flipH="1">
            <a:off x="6024837" y="4295166"/>
            <a:ext cx="6189631" cy="2575513"/>
            <a:chOff x="-6" y="3326050"/>
            <a:chExt cx="4733581" cy="1969850"/>
          </a:xfrm>
        </p:grpSpPr>
        <p:sp>
          <p:nvSpPr>
            <p:cNvPr id="293" name="Google Shape;293;p23"/>
            <p:cNvSpPr/>
            <p:nvPr/>
          </p:nvSpPr>
          <p:spPr>
            <a:xfrm flipH="1">
              <a:off x="-6" y="3326050"/>
              <a:ext cx="4733581" cy="1969850"/>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23"/>
            <p:cNvSpPr/>
            <p:nvPr/>
          </p:nvSpPr>
          <p:spPr>
            <a:xfrm flipH="1">
              <a:off x="1072366" y="42754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95" name="Google Shape;295;p23"/>
          <p:cNvSpPr/>
          <p:nvPr/>
        </p:nvSpPr>
        <p:spPr>
          <a:xfrm>
            <a:off x="8047100" y="130134"/>
            <a:ext cx="2014957" cy="2014957"/>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6" name="Google Shape;296;p23"/>
          <p:cNvSpPr/>
          <p:nvPr/>
        </p:nvSpPr>
        <p:spPr>
          <a:xfrm>
            <a:off x="8388898" y="410127"/>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7" name="Google Shape;297;p23"/>
          <p:cNvSpPr/>
          <p:nvPr/>
        </p:nvSpPr>
        <p:spPr>
          <a:xfrm>
            <a:off x="6593749" y="1414897"/>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23"/>
          <p:cNvSpPr/>
          <p:nvPr/>
        </p:nvSpPr>
        <p:spPr>
          <a:xfrm rot="10800000">
            <a:off x="-12976" y="-34935"/>
            <a:ext cx="3427696" cy="1427356"/>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23"/>
          <p:cNvSpPr/>
          <p:nvPr/>
        </p:nvSpPr>
        <p:spPr>
          <a:xfrm flipH="1">
            <a:off x="8749149" y="46886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23"/>
          <p:cNvSpPr/>
          <p:nvPr/>
        </p:nvSpPr>
        <p:spPr>
          <a:xfrm>
            <a:off x="-1358567" y="6010327"/>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1" name="Google Shape;301;p23"/>
          <p:cNvSpPr txBox="1">
            <a:spLocks noGrp="1"/>
          </p:cNvSpPr>
          <p:nvPr>
            <p:ph type="ctrTitle"/>
          </p:nvPr>
        </p:nvSpPr>
        <p:spPr>
          <a:xfrm>
            <a:off x="953467" y="947667"/>
            <a:ext cx="5426800" cy="13304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9466"/>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302" name="Google Shape;302;p23"/>
          <p:cNvSpPr txBox="1">
            <a:spLocks noGrp="1"/>
          </p:cNvSpPr>
          <p:nvPr>
            <p:ph type="subTitle" idx="1"/>
          </p:nvPr>
        </p:nvSpPr>
        <p:spPr>
          <a:xfrm>
            <a:off x="953467" y="2214180"/>
            <a:ext cx="4613600" cy="161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303" name="Google Shape;303;p23"/>
          <p:cNvSpPr txBox="1"/>
          <p:nvPr/>
        </p:nvSpPr>
        <p:spPr>
          <a:xfrm>
            <a:off x="953467" y="4652933"/>
            <a:ext cx="5944800" cy="894400"/>
          </a:xfrm>
          <a:prstGeom prst="rect">
            <a:avLst/>
          </a:prstGeom>
          <a:noFill/>
          <a:ln>
            <a:noFill/>
          </a:ln>
        </p:spPr>
        <p:txBody>
          <a:bodyPr spcFirstLastPara="1" wrap="square" lIns="121900" tIns="121900" rIns="121900" bIns="121900" anchor="ctr" anchorCtr="0">
            <a:noAutofit/>
          </a:bodyPr>
          <a:lstStyle/>
          <a:p>
            <a:pPr marL="0" lvl="0" indent="0" algn="l" rtl="0">
              <a:spcBef>
                <a:spcPts val="400"/>
              </a:spcBef>
              <a:spcAft>
                <a:spcPts val="0"/>
              </a:spcAft>
              <a:buNone/>
            </a:pPr>
            <a:r>
              <a:rPr lang="en" sz="1467">
                <a:solidFill>
                  <a:schemeClr val="dk2"/>
                </a:solidFill>
                <a:latin typeface="Work Sans"/>
                <a:ea typeface="Work Sans"/>
                <a:cs typeface="Work Sans"/>
                <a:sym typeface="Work Sans"/>
              </a:rPr>
              <a:t>CREDITS: This presentation template was created by </a:t>
            </a:r>
            <a:r>
              <a:rPr lang="en" sz="1467">
                <a:solidFill>
                  <a:schemeClr val="dk1"/>
                </a:solidFill>
                <a:uFill>
                  <a:noFill/>
                </a:uFill>
                <a:latin typeface="Work Sans"/>
                <a:ea typeface="Work Sans"/>
                <a:cs typeface="Work Sans"/>
                <a:sym typeface="Work Sans"/>
                <a:hlinkClick r:id="rId2">
                  <a:extLst>
                    <a:ext uri="{A12FA001-AC4F-418D-AE19-62706E023703}">
                      <ahyp:hlinkClr xmlns:ahyp="http://schemas.microsoft.com/office/drawing/2018/hyperlinkcolor" val="tx"/>
                    </a:ext>
                  </a:extLst>
                </a:hlinkClick>
              </a:rPr>
              <a:t>Slidesgo</a:t>
            </a:r>
            <a:r>
              <a:rPr lang="en" sz="1467">
                <a:solidFill>
                  <a:schemeClr val="dk2"/>
                </a:solidFill>
                <a:latin typeface="Work Sans"/>
                <a:ea typeface="Work Sans"/>
                <a:cs typeface="Work Sans"/>
                <a:sym typeface="Work Sans"/>
              </a:rPr>
              <a:t>, including icons by </a:t>
            </a:r>
            <a:r>
              <a:rPr lang="en" sz="1467">
                <a:solidFill>
                  <a:schemeClr val="dk1"/>
                </a:solidFill>
                <a:uFill>
                  <a:noFill/>
                </a:u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Flaticon</a:t>
            </a:r>
            <a:r>
              <a:rPr lang="en" sz="1467">
                <a:solidFill>
                  <a:schemeClr val="dk2"/>
                </a:solidFill>
                <a:latin typeface="Work Sans"/>
                <a:ea typeface="Work Sans"/>
                <a:cs typeface="Work Sans"/>
                <a:sym typeface="Work Sans"/>
              </a:rPr>
              <a:t>, infographics &amp; images by </a:t>
            </a:r>
            <a:r>
              <a:rPr lang="en" sz="1467">
                <a:solidFill>
                  <a:schemeClr val="dk1"/>
                </a:solidFill>
                <a:uFill>
                  <a:noFill/>
                </a:u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Freepik</a:t>
            </a:r>
            <a:endParaRPr sz="1467">
              <a:solidFill>
                <a:schemeClr val="dk1"/>
              </a:solidFill>
              <a:latin typeface="Work Sans"/>
              <a:ea typeface="Work Sans"/>
              <a:cs typeface="Work Sans"/>
              <a:sym typeface="Work Sans"/>
            </a:endParaRPr>
          </a:p>
        </p:txBody>
      </p:sp>
    </p:spTree>
    <p:extLst>
      <p:ext uri="{BB962C8B-B14F-4D97-AF65-F5344CB8AC3E}">
        <p14:creationId xmlns:p14="http://schemas.microsoft.com/office/powerpoint/2010/main" val="2536788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304"/>
        <p:cNvGrpSpPr/>
        <p:nvPr/>
      </p:nvGrpSpPr>
      <p:grpSpPr>
        <a:xfrm>
          <a:off x="0" y="0"/>
          <a:ext cx="0" cy="0"/>
          <a:chOff x="0" y="0"/>
          <a:chExt cx="0" cy="0"/>
        </a:xfrm>
      </p:grpSpPr>
      <p:sp>
        <p:nvSpPr>
          <p:cNvPr id="305" name="Google Shape;305;p24"/>
          <p:cNvSpPr/>
          <p:nvPr/>
        </p:nvSpPr>
        <p:spPr>
          <a:xfrm>
            <a:off x="10386400" y="-748984"/>
            <a:ext cx="2014957" cy="2014957"/>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6" name="Google Shape;306;p24"/>
          <p:cNvSpPr/>
          <p:nvPr/>
        </p:nvSpPr>
        <p:spPr>
          <a:xfrm flipH="1">
            <a:off x="8914865" y="66544"/>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7" name="Google Shape;307;p24"/>
          <p:cNvSpPr/>
          <p:nvPr/>
        </p:nvSpPr>
        <p:spPr>
          <a:xfrm flipH="1">
            <a:off x="212470" y="6144661"/>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8" name="Google Shape;308;p24"/>
          <p:cNvSpPr/>
          <p:nvPr/>
        </p:nvSpPr>
        <p:spPr>
          <a:xfrm flipH="1">
            <a:off x="3443233" y="1607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9" name="Google Shape;309;p24"/>
          <p:cNvSpPr/>
          <p:nvPr/>
        </p:nvSpPr>
        <p:spPr>
          <a:xfrm flipH="1">
            <a:off x="9267520" y="5192667"/>
            <a:ext cx="2924480" cy="1665327"/>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0" name="Google Shape;310;p24"/>
          <p:cNvSpPr/>
          <p:nvPr/>
        </p:nvSpPr>
        <p:spPr>
          <a:xfrm rot="10800000">
            <a:off x="-12633" y="-21924"/>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095989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311"/>
        <p:cNvGrpSpPr/>
        <p:nvPr/>
      </p:nvGrpSpPr>
      <p:grpSpPr>
        <a:xfrm>
          <a:off x="0" y="0"/>
          <a:ext cx="0" cy="0"/>
          <a:chOff x="0" y="0"/>
          <a:chExt cx="0" cy="0"/>
        </a:xfrm>
      </p:grpSpPr>
      <p:sp>
        <p:nvSpPr>
          <p:cNvPr id="312" name="Google Shape;312;p25"/>
          <p:cNvSpPr/>
          <p:nvPr/>
        </p:nvSpPr>
        <p:spPr>
          <a:xfrm flipH="1">
            <a:off x="11151865" y="6053275"/>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13" name="Google Shape;313;p25"/>
          <p:cNvGrpSpPr/>
          <p:nvPr/>
        </p:nvGrpSpPr>
        <p:grpSpPr>
          <a:xfrm>
            <a:off x="1" y="5381401"/>
            <a:ext cx="3531367" cy="1581737"/>
            <a:chOff x="0" y="4036050"/>
            <a:chExt cx="2648525" cy="1186303"/>
          </a:xfrm>
        </p:grpSpPr>
        <p:sp>
          <p:nvSpPr>
            <p:cNvPr id="314" name="Google Shape;314;p25"/>
            <p:cNvSpPr/>
            <p:nvPr/>
          </p:nvSpPr>
          <p:spPr>
            <a:xfrm flipH="1">
              <a:off x="0" y="4036050"/>
              <a:ext cx="2648525" cy="1102895"/>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25"/>
            <p:cNvSpPr/>
            <p:nvPr/>
          </p:nvSpPr>
          <p:spPr>
            <a:xfrm flipH="1">
              <a:off x="86630" y="4584650"/>
              <a:ext cx="885107" cy="637703"/>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16" name="Google Shape;316;p25"/>
          <p:cNvSpPr/>
          <p:nvPr/>
        </p:nvSpPr>
        <p:spPr>
          <a:xfrm flipH="1">
            <a:off x="8741159" y="-126086"/>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7" name="Google Shape;317;p25"/>
          <p:cNvSpPr/>
          <p:nvPr/>
        </p:nvSpPr>
        <p:spPr>
          <a:xfrm flipH="1">
            <a:off x="265037" y="4409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28692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71EC0-E132-41CB-A309-2994DBC5D520}" type="datetimeFigureOut">
              <a:rPr lang="en-IN" smtClean="0"/>
              <a:t>2025-12-11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42474710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321"/>
        <p:cNvGrpSpPr/>
        <p:nvPr/>
      </p:nvGrpSpPr>
      <p:grpSpPr>
        <a:xfrm>
          <a:off x="0" y="0"/>
          <a:ext cx="0" cy="0"/>
          <a:chOff x="0" y="0"/>
          <a:chExt cx="0" cy="0"/>
        </a:xfrm>
      </p:grpSpPr>
    </p:spTree>
    <p:extLst>
      <p:ext uri="{BB962C8B-B14F-4D97-AF65-F5344CB8AC3E}">
        <p14:creationId xmlns:p14="http://schemas.microsoft.com/office/powerpoint/2010/main" val="16927710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322"/>
        <p:cNvGrpSpPr/>
        <p:nvPr/>
      </p:nvGrpSpPr>
      <p:grpSpPr>
        <a:xfrm>
          <a:off x="0" y="0"/>
          <a:ext cx="0" cy="0"/>
          <a:chOff x="0" y="0"/>
          <a:chExt cx="0" cy="0"/>
        </a:xfrm>
      </p:grpSpPr>
      <p:sp>
        <p:nvSpPr>
          <p:cNvPr id="323" name="Google Shape;323;p28"/>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26416494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p:nvPr/>
        </p:nvSpPr>
        <p:spPr>
          <a:xfrm flipH="1">
            <a:off x="8167976" y="499167"/>
            <a:ext cx="2014825" cy="1837709"/>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 name="Google Shape;11;p2"/>
          <p:cNvSpPr/>
          <p:nvPr/>
        </p:nvSpPr>
        <p:spPr>
          <a:xfrm>
            <a:off x="-251902" y="154108"/>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 name="Google Shape;12;p2"/>
          <p:cNvSpPr/>
          <p:nvPr/>
        </p:nvSpPr>
        <p:spPr>
          <a:xfrm flipH="1">
            <a:off x="8355277" y="321430"/>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 name="Google Shape;13;p2"/>
          <p:cNvSpPr/>
          <p:nvPr/>
        </p:nvSpPr>
        <p:spPr>
          <a:xfrm flipH="1">
            <a:off x="6913668" y="672836"/>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 name="Google Shape;14;p2"/>
          <p:cNvSpPr/>
          <p:nvPr/>
        </p:nvSpPr>
        <p:spPr>
          <a:xfrm flipH="1">
            <a:off x="8497837" y="16970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 name="Google Shape;15;p2"/>
          <p:cNvSpPr/>
          <p:nvPr/>
        </p:nvSpPr>
        <p:spPr>
          <a:xfrm>
            <a:off x="5274816" y="1479648"/>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 name="Google Shape;16;p2"/>
          <p:cNvSpPr/>
          <p:nvPr/>
        </p:nvSpPr>
        <p:spPr>
          <a:xfrm flipH="1">
            <a:off x="10633133" y="2186991"/>
            <a:ext cx="605403" cy="387645"/>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 name="Google Shape;17;p2"/>
          <p:cNvSpPr/>
          <p:nvPr/>
        </p:nvSpPr>
        <p:spPr>
          <a:xfrm flipH="1">
            <a:off x="-2" y="5160968"/>
            <a:ext cx="4262727" cy="1775152"/>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8" name="Google Shape;18;p2"/>
          <p:cNvGrpSpPr/>
          <p:nvPr/>
        </p:nvGrpSpPr>
        <p:grpSpPr>
          <a:xfrm>
            <a:off x="7073189" y="3939935"/>
            <a:ext cx="6060223" cy="3758975"/>
            <a:chOff x="5304891" y="2954951"/>
            <a:chExt cx="4545167" cy="2819231"/>
          </a:xfrm>
        </p:grpSpPr>
        <p:sp>
          <p:nvSpPr>
            <p:cNvPr id="19" name="Google Shape;19;p2"/>
            <p:cNvSpPr/>
            <p:nvPr/>
          </p:nvSpPr>
          <p:spPr>
            <a:xfrm flipH="1">
              <a:off x="5304891" y="2954951"/>
              <a:ext cx="3843000" cy="2188447"/>
            </a:xfrm>
            <a:custGeom>
              <a:avLst/>
              <a:gdLst/>
              <a:ahLst/>
              <a:cxnLst/>
              <a:rect l="l" t="t" r="r" b="b"/>
              <a:pathLst>
                <a:path w="36343" h="20696" extrusionOk="0">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 name="Google Shape;20;p2"/>
            <p:cNvSpPr/>
            <p:nvPr/>
          </p:nvSpPr>
          <p:spPr>
            <a:xfrm rot="-3388888" flipH="1">
              <a:off x="7922978" y="4102696"/>
              <a:ext cx="1863989" cy="1152521"/>
            </a:xfrm>
            <a:custGeom>
              <a:avLst/>
              <a:gdLst/>
              <a:ahLst/>
              <a:cxnLst/>
              <a:rect l="l" t="t" r="r" b="b"/>
              <a:pathLst>
                <a:path w="23464" h="14508" extrusionOk="0">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1" name="Google Shape;21;p2"/>
          <p:cNvSpPr txBox="1">
            <a:spLocks noGrp="1"/>
          </p:cNvSpPr>
          <p:nvPr>
            <p:ph type="ctrTitle"/>
          </p:nvPr>
        </p:nvSpPr>
        <p:spPr>
          <a:xfrm>
            <a:off x="953467" y="1697033"/>
            <a:ext cx="5610800" cy="29180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22" name="Google Shape;22;p2"/>
          <p:cNvSpPr txBox="1">
            <a:spLocks noGrp="1"/>
          </p:cNvSpPr>
          <p:nvPr>
            <p:ph type="subTitle" idx="1"/>
          </p:nvPr>
        </p:nvSpPr>
        <p:spPr>
          <a:xfrm>
            <a:off x="953467" y="4614967"/>
            <a:ext cx="5806800" cy="54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2067"/>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4393223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3"/>
          <p:cNvSpPr/>
          <p:nvPr/>
        </p:nvSpPr>
        <p:spPr>
          <a:xfrm flipH="1">
            <a:off x="595821" y="134467"/>
            <a:ext cx="2401748" cy="2401748"/>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5" name="Google Shape;25;p3"/>
          <p:cNvGrpSpPr/>
          <p:nvPr/>
        </p:nvGrpSpPr>
        <p:grpSpPr>
          <a:xfrm>
            <a:off x="5665275" y="4141947"/>
            <a:ext cx="6526740" cy="2716063"/>
            <a:chOff x="4248956" y="3106460"/>
            <a:chExt cx="4895055" cy="2037047"/>
          </a:xfrm>
        </p:grpSpPr>
        <p:sp>
          <p:nvSpPr>
            <p:cNvPr id="26" name="Google Shape;26;p3"/>
            <p:cNvSpPr/>
            <p:nvPr/>
          </p:nvSpPr>
          <p:spPr>
            <a:xfrm>
              <a:off x="4248956" y="3106460"/>
              <a:ext cx="4895055" cy="2037047"/>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 name="Google Shape;27;p3"/>
            <p:cNvSpPr/>
            <p:nvPr/>
          </p:nvSpPr>
          <p:spPr>
            <a:xfrm>
              <a:off x="6671627" y="421694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 name="Google Shape;28;p3"/>
          <p:cNvGrpSpPr/>
          <p:nvPr/>
        </p:nvGrpSpPr>
        <p:grpSpPr>
          <a:xfrm>
            <a:off x="1" y="3182891"/>
            <a:ext cx="4561012" cy="3675205"/>
            <a:chOff x="-9" y="1944524"/>
            <a:chExt cx="3971624" cy="3200283"/>
          </a:xfrm>
        </p:grpSpPr>
        <p:sp>
          <p:nvSpPr>
            <p:cNvPr id="29" name="Google Shape;29;p3"/>
            <p:cNvSpPr/>
            <p:nvPr/>
          </p:nvSpPr>
          <p:spPr>
            <a:xfrm>
              <a:off x="-9" y="1944524"/>
              <a:ext cx="3971624" cy="3200283"/>
            </a:xfrm>
            <a:custGeom>
              <a:avLst/>
              <a:gdLst/>
              <a:ahLst/>
              <a:cxnLst/>
              <a:rect l="l" t="t" r="r" b="b"/>
              <a:pathLst>
                <a:path w="43061" h="34698" extrusionOk="0">
                  <a:moveTo>
                    <a:pt x="4774" y="0"/>
                  </a:moveTo>
                  <a:cubicBezTo>
                    <a:pt x="2155" y="0"/>
                    <a:pt x="0" y="1000"/>
                    <a:pt x="0" y="1000"/>
                  </a:cubicBezTo>
                  <a:lnTo>
                    <a:pt x="0" y="34698"/>
                  </a:lnTo>
                  <a:lnTo>
                    <a:pt x="37531" y="34698"/>
                  </a:lnTo>
                  <a:lnTo>
                    <a:pt x="37547" y="33240"/>
                  </a:lnTo>
                  <a:cubicBezTo>
                    <a:pt x="37547" y="33240"/>
                    <a:pt x="43060" y="32495"/>
                    <a:pt x="41365" y="26428"/>
                  </a:cubicBezTo>
                  <a:cubicBezTo>
                    <a:pt x="40203" y="22256"/>
                    <a:pt x="37744" y="21601"/>
                    <a:pt x="36314" y="21601"/>
                  </a:cubicBezTo>
                  <a:cubicBezTo>
                    <a:pt x="35658" y="21601"/>
                    <a:pt x="35218" y="21738"/>
                    <a:pt x="35218" y="21738"/>
                  </a:cubicBezTo>
                  <a:cubicBezTo>
                    <a:pt x="35218" y="21738"/>
                    <a:pt x="37262" y="17841"/>
                    <a:pt x="34711" y="16447"/>
                  </a:cubicBezTo>
                  <a:cubicBezTo>
                    <a:pt x="34377" y="16267"/>
                    <a:pt x="34050" y="16189"/>
                    <a:pt x="33733" y="16189"/>
                  </a:cubicBezTo>
                  <a:cubicBezTo>
                    <a:pt x="32233" y="16189"/>
                    <a:pt x="30975" y="17937"/>
                    <a:pt x="30386" y="18918"/>
                  </a:cubicBezTo>
                  <a:cubicBezTo>
                    <a:pt x="30624" y="18348"/>
                    <a:pt x="30814" y="17556"/>
                    <a:pt x="30133" y="17112"/>
                  </a:cubicBezTo>
                  <a:cubicBezTo>
                    <a:pt x="29897" y="16957"/>
                    <a:pt x="29645" y="16896"/>
                    <a:pt x="29394" y="16896"/>
                  </a:cubicBezTo>
                  <a:cubicBezTo>
                    <a:pt x="28469" y="16896"/>
                    <a:pt x="27566" y="17730"/>
                    <a:pt x="27566" y="17730"/>
                  </a:cubicBezTo>
                  <a:cubicBezTo>
                    <a:pt x="28755" y="14070"/>
                    <a:pt x="27376" y="13294"/>
                    <a:pt x="26172" y="13025"/>
                  </a:cubicBezTo>
                  <a:cubicBezTo>
                    <a:pt x="25967" y="12979"/>
                    <a:pt x="25772" y="12957"/>
                    <a:pt x="25586" y="12957"/>
                  </a:cubicBezTo>
                  <a:cubicBezTo>
                    <a:pt x="23356" y="12957"/>
                    <a:pt x="22465" y="16035"/>
                    <a:pt x="22465" y="16035"/>
                  </a:cubicBezTo>
                  <a:cubicBezTo>
                    <a:pt x="22335" y="14321"/>
                    <a:pt x="21708" y="13982"/>
                    <a:pt x="21167" y="13982"/>
                  </a:cubicBezTo>
                  <a:cubicBezTo>
                    <a:pt x="21113" y="13982"/>
                    <a:pt x="21059" y="13985"/>
                    <a:pt x="21008" y="13991"/>
                  </a:cubicBezTo>
                  <a:cubicBezTo>
                    <a:pt x="20516" y="14086"/>
                    <a:pt x="20136" y="14498"/>
                    <a:pt x="20073" y="14989"/>
                  </a:cubicBezTo>
                  <a:cubicBezTo>
                    <a:pt x="20060" y="14659"/>
                    <a:pt x="19793" y="14421"/>
                    <a:pt x="19491" y="14421"/>
                  </a:cubicBezTo>
                  <a:cubicBezTo>
                    <a:pt x="19417" y="14421"/>
                    <a:pt x="19340" y="14435"/>
                    <a:pt x="19265" y="14467"/>
                  </a:cubicBezTo>
                  <a:cubicBezTo>
                    <a:pt x="19265" y="14467"/>
                    <a:pt x="20754" y="12486"/>
                    <a:pt x="18805" y="9951"/>
                  </a:cubicBezTo>
                  <a:cubicBezTo>
                    <a:pt x="17859" y="8730"/>
                    <a:pt x="16441" y="8413"/>
                    <a:pt x="15226" y="8413"/>
                  </a:cubicBezTo>
                  <a:cubicBezTo>
                    <a:pt x="13920" y="8413"/>
                    <a:pt x="12849" y="8779"/>
                    <a:pt x="12849" y="8779"/>
                  </a:cubicBezTo>
                  <a:cubicBezTo>
                    <a:pt x="12849" y="8779"/>
                    <a:pt x="12849" y="3266"/>
                    <a:pt x="8840" y="1000"/>
                  </a:cubicBezTo>
                  <a:cubicBezTo>
                    <a:pt x="7510" y="250"/>
                    <a:pt x="6084" y="0"/>
                    <a:pt x="47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 name="Google Shape;30;p3"/>
            <p:cNvSpPr/>
            <p:nvPr/>
          </p:nvSpPr>
          <p:spPr>
            <a:xfrm>
              <a:off x="375469" y="3319157"/>
              <a:ext cx="1649855" cy="807219"/>
            </a:xfrm>
            <a:custGeom>
              <a:avLst/>
              <a:gdLst/>
              <a:ahLst/>
              <a:cxnLst/>
              <a:rect l="l" t="t" r="r" b="b"/>
              <a:pathLst>
                <a:path w="17888" h="8752" extrusionOk="0">
                  <a:moveTo>
                    <a:pt x="10043" y="1"/>
                  </a:moveTo>
                  <a:cubicBezTo>
                    <a:pt x="7145" y="1"/>
                    <a:pt x="6084" y="3523"/>
                    <a:pt x="6084" y="3523"/>
                  </a:cubicBezTo>
                  <a:cubicBezTo>
                    <a:pt x="5060" y="1648"/>
                    <a:pt x="2817" y="1317"/>
                    <a:pt x="1359" y="1317"/>
                  </a:cubicBezTo>
                  <a:cubicBezTo>
                    <a:pt x="563" y="1317"/>
                    <a:pt x="1" y="1416"/>
                    <a:pt x="1" y="1416"/>
                  </a:cubicBezTo>
                  <a:cubicBezTo>
                    <a:pt x="1" y="1416"/>
                    <a:pt x="4294" y="2145"/>
                    <a:pt x="5878" y="5440"/>
                  </a:cubicBezTo>
                  <a:cubicBezTo>
                    <a:pt x="5878" y="5440"/>
                    <a:pt x="7434" y="2457"/>
                    <a:pt x="9770" y="2457"/>
                  </a:cubicBezTo>
                  <a:cubicBezTo>
                    <a:pt x="10027" y="2457"/>
                    <a:pt x="10293" y="2493"/>
                    <a:pt x="10568" y="2573"/>
                  </a:cubicBezTo>
                  <a:cubicBezTo>
                    <a:pt x="13340" y="3396"/>
                    <a:pt x="12881" y="6106"/>
                    <a:pt x="12881" y="6106"/>
                  </a:cubicBezTo>
                  <a:cubicBezTo>
                    <a:pt x="12881" y="6106"/>
                    <a:pt x="13876" y="4823"/>
                    <a:pt x="15053" y="4823"/>
                  </a:cubicBezTo>
                  <a:cubicBezTo>
                    <a:pt x="15229" y="4823"/>
                    <a:pt x="15409" y="4851"/>
                    <a:pt x="15590" y="4917"/>
                  </a:cubicBezTo>
                  <a:cubicBezTo>
                    <a:pt x="16968" y="5408"/>
                    <a:pt x="15653" y="7357"/>
                    <a:pt x="15653" y="7357"/>
                  </a:cubicBezTo>
                  <a:cubicBezTo>
                    <a:pt x="15653" y="7357"/>
                    <a:pt x="16905" y="7500"/>
                    <a:pt x="17095" y="8751"/>
                  </a:cubicBezTo>
                  <a:cubicBezTo>
                    <a:pt x="17855" y="7199"/>
                    <a:pt x="16398" y="7024"/>
                    <a:pt x="16398" y="7024"/>
                  </a:cubicBezTo>
                  <a:cubicBezTo>
                    <a:pt x="16398" y="7024"/>
                    <a:pt x="17887" y="4648"/>
                    <a:pt x="16144" y="3903"/>
                  </a:cubicBezTo>
                  <a:cubicBezTo>
                    <a:pt x="15819" y="3763"/>
                    <a:pt x="15520" y="3706"/>
                    <a:pt x="15250" y="3706"/>
                  </a:cubicBezTo>
                  <a:cubicBezTo>
                    <a:pt x="14391" y="3706"/>
                    <a:pt x="13819" y="4283"/>
                    <a:pt x="13578" y="4585"/>
                  </a:cubicBezTo>
                  <a:cubicBezTo>
                    <a:pt x="14307" y="3381"/>
                    <a:pt x="13689" y="466"/>
                    <a:pt x="10568" y="38"/>
                  </a:cubicBezTo>
                  <a:cubicBezTo>
                    <a:pt x="10386" y="13"/>
                    <a:pt x="10212" y="1"/>
                    <a:pt x="100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 name="Google Shape;31;p3"/>
            <p:cNvSpPr/>
            <p:nvPr/>
          </p:nvSpPr>
          <p:spPr>
            <a:xfrm>
              <a:off x="639992" y="3662078"/>
              <a:ext cx="2164143" cy="1338109"/>
            </a:xfrm>
            <a:custGeom>
              <a:avLst/>
              <a:gdLst/>
              <a:ahLst/>
              <a:cxnLst/>
              <a:rect l="l" t="t" r="r" b="b"/>
              <a:pathLst>
                <a:path w="23464" h="14508" extrusionOk="0">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2" name="Google Shape;32;p3"/>
          <p:cNvSpPr/>
          <p:nvPr/>
        </p:nvSpPr>
        <p:spPr>
          <a:xfrm>
            <a:off x="7769677" y="25636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3" name="Google Shape;33;p3"/>
          <p:cNvSpPr/>
          <p:nvPr/>
        </p:nvSpPr>
        <p:spPr>
          <a:xfrm flipH="1">
            <a:off x="8701637" y="2209955"/>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4" name="Google Shape;34;p3"/>
          <p:cNvSpPr/>
          <p:nvPr/>
        </p:nvSpPr>
        <p:spPr>
          <a:xfrm flipH="1">
            <a:off x="10790600" y="15914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5" name="Google Shape;35;p3"/>
          <p:cNvSpPr txBox="1">
            <a:spLocks noGrp="1"/>
          </p:cNvSpPr>
          <p:nvPr>
            <p:ph type="title"/>
          </p:nvPr>
        </p:nvSpPr>
        <p:spPr>
          <a:xfrm>
            <a:off x="2664067" y="2743861"/>
            <a:ext cx="68640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80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36" name="Google Shape;36;p3"/>
          <p:cNvSpPr txBox="1">
            <a:spLocks noGrp="1"/>
          </p:cNvSpPr>
          <p:nvPr>
            <p:ph type="title" idx="2" hasCustomPrompt="1"/>
          </p:nvPr>
        </p:nvSpPr>
        <p:spPr>
          <a:xfrm>
            <a:off x="5115200" y="1661573"/>
            <a:ext cx="1961600" cy="111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666"/>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37" name="Google Shape;37;p3"/>
          <p:cNvSpPr txBox="1">
            <a:spLocks noGrp="1"/>
          </p:cNvSpPr>
          <p:nvPr>
            <p:ph type="subTitle" idx="1"/>
          </p:nvPr>
        </p:nvSpPr>
        <p:spPr>
          <a:xfrm>
            <a:off x="3815233" y="3990200"/>
            <a:ext cx="4561600" cy="53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8635354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8"/>
        <p:cNvGrpSpPr/>
        <p:nvPr/>
      </p:nvGrpSpPr>
      <p:grpSpPr>
        <a:xfrm>
          <a:off x="0" y="0"/>
          <a:ext cx="0" cy="0"/>
          <a:chOff x="0" y="0"/>
          <a:chExt cx="0" cy="0"/>
        </a:xfrm>
      </p:grpSpPr>
      <p:sp>
        <p:nvSpPr>
          <p:cNvPr id="39" name="Google Shape;39;p4"/>
          <p:cNvSpPr/>
          <p:nvPr/>
        </p:nvSpPr>
        <p:spPr>
          <a:xfrm flipH="1">
            <a:off x="-439579" y="5992235"/>
            <a:ext cx="2352580" cy="865760"/>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40" name="Google Shape;40;p4"/>
          <p:cNvGrpSpPr/>
          <p:nvPr/>
        </p:nvGrpSpPr>
        <p:grpSpPr>
          <a:xfrm>
            <a:off x="9159001" y="5617934"/>
            <a:ext cx="2980948" cy="1240073"/>
            <a:chOff x="6869250" y="4213450"/>
            <a:chExt cx="2235711" cy="930055"/>
          </a:xfrm>
        </p:grpSpPr>
        <p:sp>
          <p:nvSpPr>
            <p:cNvPr id="41" name="Google Shape;41;p4"/>
            <p:cNvSpPr/>
            <p:nvPr/>
          </p:nvSpPr>
          <p:spPr>
            <a:xfrm>
              <a:off x="6869250" y="4213450"/>
              <a:ext cx="2235711" cy="930055"/>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 name="Google Shape;42;p4"/>
            <p:cNvSpPr/>
            <p:nvPr/>
          </p:nvSpPr>
          <p:spPr>
            <a:xfrm>
              <a:off x="8014493" y="4721085"/>
              <a:ext cx="501097" cy="361073"/>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3" name="Google Shape;43;p4"/>
          <p:cNvSpPr/>
          <p:nvPr/>
        </p:nvSpPr>
        <p:spPr>
          <a:xfrm flipH="1">
            <a:off x="9513403" y="314406"/>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4" name="Google Shape;44;p4"/>
          <p:cNvSpPr/>
          <p:nvPr/>
        </p:nvSpPr>
        <p:spPr>
          <a:xfrm flipH="1">
            <a:off x="10202337" y="78101"/>
            <a:ext cx="3416963" cy="960628"/>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45" name="Google Shape;45;p4"/>
          <p:cNvGrpSpPr/>
          <p:nvPr/>
        </p:nvGrpSpPr>
        <p:grpSpPr>
          <a:xfrm>
            <a:off x="-120513" y="-43573"/>
            <a:ext cx="1187545" cy="1764773"/>
            <a:chOff x="734550" y="2051650"/>
            <a:chExt cx="341825" cy="507975"/>
          </a:xfrm>
        </p:grpSpPr>
        <p:sp>
          <p:nvSpPr>
            <p:cNvPr id="46" name="Google Shape;46;p4"/>
            <p:cNvSpPr/>
            <p:nvPr/>
          </p:nvSpPr>
          <p:spPr>
            <a:xfrm>
              <a:off x="741075" y="2051650"/>
              <a:ext cx="335300" cy="239300"/>
            </a:xfrm>
            <a:custGeom>
              <a:avLst/>
              <a:gdLst/>
              <a:ahLst/>
              <a:cxnLst/>
              <a:rect l="l" t="t" r="r" b="b"/>
              <a:pathLst>
                <a:path w="13412" h="9572" extrusionOk="0">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 name="Google Shape;47;p4"/>
            <p:cNvSpPr/>
            <p:nvPr/>
          </p:nvSpPr>
          <p:spPr>
            <a:xfrm>
              <a:off x="734550" y="2149000"/>
              <a:ext cx="187750" cy="410625"/>
            </a:xfrm>
            <a:custGeom>
              <a:avLst/>
              <a:gdLst/>
              <a:ahLst/>
              <a:cxnLst/>
              <a:rect l="l" t="t" r="r" b="b"/>
              <a:pathLst>
                <a:path w="7510" h="16425" extrusionOk="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 name="Google Shape;48;p4"/>
            <p:cNvSpPr/>
            <p:nvPr/>
          </p:nvSpPr>
          <p:spPr>
            <a:xfrm>
              <a:off x="758700" y="2118950"/>
              <a:ext cx="236475" cy="253100"/>
            </a:xfrm>
            <a:custGeom>
              <a:avLst/>
              <a:gdLst/>
              <a:ahLst/>
              <a:cxnLst/>
              <a:rect l="l" t="t" r="r" b="b"/>
              <a:pathLst>
                <a:path w="9459" h="10124" extrusionOk="0">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9" name="Google Shape;49;p4"/>
          <p:cNvSpPr txBox="1">
            <a:spLocks noGrp="1"/>
          </p:cNvSpPr>
          <p:nvPr>
            <p:ph type="title"/>
          </p:nvPr>
        </p:nvSpPr>
        <p:spPr>
          <a:xfrm>
            <a:off x="960000" y="713333"/>
            <a:ext cx="10272000" cy="64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0" name="Google Shape;50;p4"/>
          <p:cNvSpPr txBox="1">
            <a:spLocks noGrp="1"/>
          </p:cNvSpPr>
          <p:nvPr>
            <p:ph type="body" idx="1"/>
          </p:nvPr>
        </p:nvSpPr>
        <p:spPr>
          <a:xfrm>
            <a:off x="960000" y="1483500"/>
            <a:ext cx="10272000" cy="4661200"/>
          </a:xfrm>
          <a:prstGeom prst="rect">
            <a:avLst/>
          </a:prstGeom>
        </p:spPr>
        <p:txBody>
          <a:bodyPr spcFirstLastPara="1" wrap="square" lIns="91425" tIns="91425" rIns="91425" bIns="91425" anchor="ctr" anchorCtr="0">
            <a:noAutofit/>
          </a:bodyPr>
          <a:lstStyle>
            <a:lvl1pPr marL="609585" lvl="0" indent="-406390" rtl="0">
              <a:lnSpc>
                <a:spcPct val="100000"/>
              </a:lnSpc>
              <a:spcBef>
                <a:spcPts val="0"/>
              </a:spcBef>
              <a:spcAft>
                <a:spcPts val="0"/>
              </a:spcAft>
              <a:buClr>
                <a:schemeClr val="dk1"/>
              </a:buClr>
              <a:buSzPts val="1200"/>
              <a:buAutoNum type="arabicPeriod"/>
              <a:defRPr sz="1600">
                <a:solidFill>
                  <a:srgbClr val="434343"/>
                </a:solidFill>
              </a:defRPr>
            </a:lvl1pPr>
            <a:lvl2pPr marL="1219170" lvl="1" indent="-406390" rtl="0">
              <a:lnSpc>
                <a:spcPct val="100000"/>
              </a:lnSpc>
              <a:spcBef>
                <a:spcPts val="0"/>
              </a:spcBef>
              <a:spcAft>
                <a:spcPts val="0"/>
              </a:spcAft>
              <a:buClr>
                <a:srgbClr val="EFF8FF"/>
              </a:buClr>
              <a:buSzPts val="1200"/>
              <a:buFont typeface="Open Sans"/>
              <a:buAutoNum type="alphaLcPeriod"/>
              <a:defRPr>
                <a:solidFill>
                  <a:srgbClr val="434343"/>
                </a:solidFill>
              </a:defRPr>
            </a:lvl2pPr>
            <a:lvl3pPr marL="1828754" lvl="2" indent="-406390" rtl="0">
              <a:lnSpc>
                <a:spcPct val="100000"/>
              </a:lnSpc>
              <a:spcBef>
                <a:spcPts val="0"/>
              </a:spcBef>
              <a:spcAft>
                <a:spcPts val="0"/>
              </a:spcAft>
              <a:buClr>
                <a:srgbClr val="EFF8FF"/>
              </a:buClr>
              <a:buSzPts val="1200"/>
              <a:buFont typeface="Open Sans"/>
              <a:buAutoNum type="romanLcPeriod"/>
              <a:defRPr>
                <a:solidFill>
                  <a:srgbClr val="434343"/>
                </a:solidFill>
              </a:defRPr>
            </a:lvl3pPr>
            <a:lvl4pPr marL="2438339" lvl="3" indent="-406390" rtl="0">
              <a:lnSpc>
                <a:spcPct val="100000"/>
              </a:lnSpc>
              <a:spcBef>
                <a:spcPts val="0"/>
              </a:spcBef>
              <a:spcAft>
                <a:spcPts val="0"/>
              </a:spcAft>
              <a:buClr>
                <a:srgbClr val="EFF8FF"/>
              </a:buClr>
              <a:buSzPts val="1200"/>
              <a:buFont typeface="Open Sans"/>
              <a:buAutoNum type="arabicPeriod"/>
              <a:defRPr>
                <a:solidFill>
                  <a:srgbClr val="434343"/>
                </a:solidFill>
              </a:defRPr>
            </a:lvl4pPr>
            <a:lvl5pPr marL="3047924" lvl="4" indent="-406390" rtl="0">
              <a:lnSpc>
                <a:spcPct val="100000"/>
              </a:lnSpc>
              <a:spcBef>
                <a:spcPts val="0"/>
              </a:spcBef>
              <a:spcAft>
                <a:spcPts val="0"/>
              </a:spcAft>
              <a:buClr>
                <a:srgbClr val="EFF8FF"/>
              </a:buClr>
              <a:buSzPts val="1200"/>
              <a:buFont typeface="Open Sans"/>
              <a:buAutoNum type="alphaLcPeriod"/>
              <a:defRPr>
                <a:solidFill>
                  <a:srgbClr val="434343"/>
                </a:solidFill>
              </a:defRPr>
            </a:lvl5pPr>
            <a:lvl6pPr marL="3657509" lvl="5" indent="-406390" rtl="0">
              <a:lnSpc>
                <a:spcPct val="100000"/>
              </a:lnSpc>
              <a:spcBef>
                <a:spcPts val="0"/>
              </a:spcBef>
              <a:spcAft>
                <a:spcPts val="0"/>
              </a:spcAft>
              <a:buClr>
                <a:srgbClr val="EFF8FF"/>
              </a:buClr>
              <a:buSzPts val="1200"/>
              <a:buFont typeface="Open Sans"/>
              <a:buAutoNum type="romanLcPeriod"/>
              <a:defRPr>
                <a:solidFill>
                  <a:srgbClr val="434343"/>
                </a:solidFill>
              </a:defRPr>
            </a:lvl6pPr>
            <a:lvl7pPr marL="4267093" lvl="6" indent="-406390" rtl="0">
              <a:lnSpc>
                <a:spcPct val="100000"/>
              </a:lnSpc>
              <a:spcBef>
                <a:spcPts val="0"/>
              </a:spcBef>
              <a:spcAft>
                <a:spcPts val="0"/>
              </a:spcAft>
              <a:buClr>
                <a:srgbClr val="EFF8FF"/>
              </a:buClr>
              <a:buSzPts val="1200"/>
              <a:buFont typeface="Open Sans"/>
              <a:buAutoNum type="arabicPeriod"/>
              <a:defRPr>
                <a:solidFill>
                  <a:srgbClr val="434343"/>
                </a:solidFill>
              </a:defRPr>
            </a:lvl7pPr>
            <a:lvl8pPr marL="4876678" lvl="7" indent="-406390" rtl="0">
              <a:lnSpc>
                <a:spcPct val="100000"/>
              </a:lnSpc>
              <a:spcBef>
                <a:spcPts val="0"/>
              </a:spcBef>
              <a:spcAft>
                <a:spcPts val="0"/>
              </a:spcAft>
              <a:buClr>
                <a:srgbClr val="EFF8FF"/>
              </a:buClr>
              <a:buSzPts val="1200"/>
              <a:buFont typeface="Open Sans"/>
              <a:buAutoNum type="alphaLcPeriod"/>
              <a:defRPr>
                <a:solidFill>
                  <a:srgbClr val="434343"/>
                </a:solidFill>
              </a:defRPr>
            </a:lvl8pPr>
            <a:lvl9pPr marL="5486263" lvl="8" indent="-406390" rtl="0">
              <a:lnSpc>
                <a:spcPct val="100000"/>
              </a:lnSpc>
              <a:spcBef>
                <a:spcPts val="0"/>
              </a:spcBef>
              <a:spcAft>
                <a:spcPts val="0"/>
              </a:spcAft>
              <a:buClr>
                <a:srgbClr val="EFF8FF"/>
              </a:buClr>
              <a:buSzPts val="1200"/>
              <a:buFont typeface="Open Sans"/>
              <a:buAutoNum type="romanLcPeriod"/>
              <a:defRPr>
                <a:solidFill>
                  <a:srgbClr val="434343"/>
                </a:solidFill>
              </a:defRPr>
            </a:lvl9pPr>
          </a:lstStyle>
          <a:p>
            <a:pPr lvl="0"/>
            <a:r>
              <a:rPr lang="en-US"/>
              <a:t>Click to edit Master text styles</a:t>
            </a:r>
          </a:p>
        </p:txBody>
      </p:sp>
    </p:spTree>
    <p:extLst>
      <p:ext uri="{BB962C8B-B14F-4D97-AF65-F5344CB8AC3E}">
        <p14:creationId xmlns:p14="http://schemas.microsoft.com/office/powerpoint/2010/main" val="5532105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51"/>
        <p:cNvGrpSpPr/>
        <p:nvPr/>
      </p:nvGrpSpPr>
      <p:grpSpPr>
        <a:xfrm>
          <a:off x="0" y="0"/>
          <a:ext cx="0" cy="0"/>
          <a:chOff x="0" y="0"/>
          <a:chExt cx="0" cy="0"/>
        </a:xfrm>
      </p:grpSpPr>
      <p:sp>
        <p:nvSpPr>
          <p:cNvPr id="52" name="Google Shape;52;p5"/>
          <p:cNvSpPr/>
          <p:nvPr/>
        </p:nvSpPr>
        <p:spPr>
          <a:xfrm flipH="1">
            <a:off x="319049" y="-761983"/>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53" name="Google Shape;53;p5"/>
          <p:cNvSpPr/>
          <p:nvPr/>
        </p:nvSpPr>
        <p:spPr>
          <a:xfrm>
            <a:off x="-1641856" y="203097"/>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54" name="Google Shape;54;p5"/>
          <p:cNvSpPr/>
          <p:nvPr/>
        </p:nvSpPr>
        <p:spPr>
          <a:xfrm flipH="1">
            <a:off x="9017766" y="2031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55" name="Google Shape;55;p5"/>
          <p:cNvSpPr/>
          <p:nvPr/>
        </p:nvSpPr>
        <p:spPr>
          <a:xfrm>
            <a:off x="10370751" y="90800"/>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56" name="Google Shape;56;p5"/>
          <p:cNvGrpSpPr/>
          <p:nvPr/>
        </p:nvGrpSpPr>
        <p:grpSpPr>
          <a:xfrm>
            <a:off x="5665275" y="4141947"/>
            <a:ext cx="6526740" cy="2716063"/>
            <a:chOff x="4248956" y="3106460"/>
            <a:chExt cx="4895055" cy="2037047"/>
          </a:xfrm>
        </p:grpSpPr>
        <p:sp>
          <p:nvSpPr>
            <p:cNvPr id="57" name="Google Shape;57;p5"/>
            <p:cNvSpPr/>
            <p:nvPr/>
          </p:nvSpPr>
          <p:spPr>
            <a:xfrm>
              <a:off x="4248956" y="3106460"/>
              <a:ext cx="4895055" cy="2037047"/>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 name="Google Shape;58;p5"/>
            <p:cNvSpPr/>
            <p:nvPr/>
          </p:nvSpPr>
          <p:spPr>
            <a:xfrm>
              <a:off x="6671627" y="421694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9" name="Google Shape;59;p5"/>
          <p:cNvSpPr txBox="1">
            <a:spLocks noGrp="1"/>
          </p:cNvSpPr>
          <p:nvPr>
            <p:ph type="subTitle" idx="1"/>
          </p:nvPr>
        </p:nvSpPr>
        <p:spPr>
          <a:xfrm>
            <a:off x="960000" y="2661833"/>
            <a:ext cx="4044000" cy="951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0" name="Google Shape;60;p5"/>
          <p:cNvSpPr txBox="1">
            <a:spLocks noGrp="1"/>
          </p:cNvSpPr>
          <p:nvPr>
            <p:ph type="subTitle" idx="2"/>
          </p:nvPr>
        </p:nvSpPr>
        <p:spPr>
          <a:xfrm>
            <a:off x="960000" y="4647633"/>
            <a:ext cx="4044000" cy="951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1" name="Google Shape;61;p5"/>
          <p:cNvSpPr txBox="1">
            <a:spLocks noGrp="1"/>
          </p:cNvSpPr>
          <p:nvPr>
            <p:ph type="title"/>
          </p:nvPr>
        </p:nvSpPr>
        <p:spPr>
          <a:xfrm>
            <a:off x="960000" y="713333"/>
            <a:ext cx="10272000" cy="64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62" name="Google Shape;62;p5"/>
          <p:cNvSpPr txBox="1">
            <a:spLocks noGrp="1"/>
          </p:cNvSpPr>
          <p:nvPr>
            <p:ph type="title" idx="3"/>
          </p:nvPr>
        </p:nvSpPr>
        <p:spPr>
          <a:xfrm>
            <a:off x="960000" y="2099700"/>
            <a:ext cx="4044000" cy="539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63" name="Google Shape;63;p5"/>
          <p:cNvSpPr txBox="1">
            <a:spLocks noGrp="1"/>
          </p:cNvSpPr>
          <p:nvPr>
            <p:ph type="title" idx="4"/>
          </p:nvPr>
        </p:nvSpPr>
        <p:spPr>
          <a:xfrm>
            <a:off x="960000" y="4085504"/>
            <a:ext cx="4044000" cy="539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Tree>
    <p:extLst>
      <p:ext uri="{BB962C8B-B14F-4D97-AF65-F5344CB8AC3E}">
        <p14:creationId xmlns:p14="http://schemas.microsoft.com/office/powerpoint/2010/main" val="8768072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4"/>
        <p:cNvGrpSpPr/>
        <p:nvPr/>
      </p:nvGrpSpPr>
      <p:grpSpPr>
        <a:xfrm>
          <a:off x="0" y="0"/>
          <a:ext cx="0" cy="0"/>
          <a:chOff x="0" y="0"/>
          <a:chExt cx="0" cy="0"/>
        </a:xfrm>
      </p:grpSpPr>
      <p:sp>
        <p:nvSpPr>
          <p:cNvPr id="65" name="Google Shape;65;p6"/>
          <p:cNvSpPr/>
          <p:nvPr/>
        </p:nvSpPr>
        <p:spPr>
          <a:xfrm flipH="1">
            <a:off x="9333159" y="-126086"/>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6" name="Google Shape;66;p6"/>
          <p:cNvSpPr/>
          <p:nvPr/>
        </p:nvSpPr>
        <p:spPr>
          <a:xfrm flipH="1">
            <a:off x="-119289" y="-130133"/>
            <a:ext cx="2794989" cy="1028565"/>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7" name="Google Shape;67;p6"/>
          <p:cNvSpPr/>
          <p:nvPr/>
        </p:nvSpPr>
        <p:spPr>
          <a:xfrm>
            <a:off x="2253216" y="27953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8" name="Google Shape;68;p6"/>
          <p:cNvSpPr txBox="1">
            <a:spLocks noGrp="1"/>
          </p:cNvSpPr>
          <p:nvPr>
            <p:ph type="title"/>
          </p:nvPr>
        </p:nvSpPr>
        <p:spPr>
          <a:xfrm>
            <a:off x="1839200" y="713333"/>
            <a:ext cx="8513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1625345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9"/>
        <p:cNvGrpSpPr/>
        <p:nvPr/>
      </p:nvGrpSpPr>
      <p:grpSpPr>
        <a:xfrm>
          <a:off x="0" y="0"/>
          <a:ext cx="0" cy="0"/>
          <a:chOff x="0" y="0"/>
          <a:chExt cx="0" cy="0"/>
        </a:xfrm>
      </p:grpSpPr>
      <p:grpSp>
        <p:nvGrpSpPr>
          <p:cNvPr id="70" name="Google Shape;70;p7"/>
          <p:cNvGrpSpPr/>
          <p:nvPr/>
        </p:nvGrpSpPr>
        <p:grpSpPr>
          <a:xfrm flipH="1">
            <a:off x="10740693" y="-40984"/>
            <a:ext cx="1547145" cy="2299163"/>
            <a:chOff x="734550" y="2051650"/>
            <a:chExt cx="341825" cy="507975"/>
          </a:xfrm>
        </p:grpSpPr>
        <p:sp>
          <p:nvSpPr>
            <p:cNvPr id="71" name="Google Shape;71;p7"/>
            <p:cNvSpPr/>
            <p:nvPr/>
          </p:nvSpPr>
          <p:spPr>
            <a:xfrm>
              <a:off x="741075" y="2051650"/>
              <a:ext cx="335300" cy="239300"/>
            </a:xfrm>
            <a:custGeom>
              <a:avLst/>
              <a:gdLst/>
              <a:ahLst/>
              <a:cxnLst/>
              <a:rect l="l" t="t" r="r" b="b"/>
              <a:pathLst>
                <a:path w="13412" h="9572" extrusionOk="0">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 name="Google Shape;72;p7"/>
            <p:cNvSpPr/>
            <p:nvPr/>
          </p:nvSpPr>
          <p:spPr>
            <a:xfrm>
              <a:off x="734550" y="2149000"/>
              <a:ext cx="187750" cy="410625"/>
            </a:xfrm>
            <a:custGeom>
              <a:avLst/>
              <a:gdLst/>
              <a:ahLst/>
              <a:cxnLst/>
              <a:rect l="l" t="t" r="r" b="b"/>
              <a:pathLst>
                <a:path w="7510" h="16425" extrusionOk="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 name="Google Shape;73;p7"/>
            <p:cNvSpPr/>
            <p:nvPr/>
          </p:nvSpPr>
          <p:spPr>
            <a:xfrm>
              <a:off x="758700" y="2118950"/>
              <a:ext cx="236475" cy="253100"/>
            </a:xfrm>
            <a:custGeom>
              <a:avLst/>
              <a:gdLst/>
              <a:ahLst/>
              <a:cxnLst/>
              <a:rect l="l" t="t" r="r" b="b"/>
              <a:pathLst>
                <a:path w="9459" h="10124" extrusionOk="0">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4" name="Google Shape;74;p7"/>
          <p:cNvSpPr/>
          <p:nvPr/>
        </p:nvSpPr>
        <p:spPr>
          <a:xfrm>
            <a:off x="-701367" y="-41000"/>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75" name="Google Shape;75;p7"/>
          <p:cNvGrpSpPr/>
          <p:nvPr/>
        </p:nvGrpSpPr>
        <p:grpSpPr>
          <a:xfrm>
            <a:off x="7126866" y="4951982"/>
            <a:ext cx="5065205" cy="2109245"/>
            <a:chOff x="5345149" y="3561586"/>
            <a:chExt cx="3798904" cy="1581934"/>
          </a:xfrm>
        </p:grpSpPr>
        <p:sp>
          <p:nvSpPr>
            <p:cNvPr id="76" name="Google Shape;76;p7"/>
            <p:cNvSpPr/>
            <p:nvPr/>
          </p:nvSpPr>
          <p:spPr>
            <a:xfrm>
              <a:off x="5345149" y="3561586"/>
              <a:ext cx="3798904" cy="1581934"/>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 name="Google Shape;77;p7"/>
            <p:cNvSpPr/>
            <p:nvPr/>
          </p:nvSpPr>
          <p:spPr>
            <a:xfrm>
              <a:off x="8359057" y="4098269"/>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8" name="Google Shape;78;p7"/>
          <p:cNvSpPr/>
          <p:nvPr/>
        </p:nvSpPr>
        <p:spPr>
          <a:xfrm flipH="1">
            <a:off x="395463" y="6079301"/>
            <a:ext cx="918869" cy="337700"/>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9" name="Google Shape;79;p7"/>
          <p:cNvSpPr txBox="1">
            <a:spLocks noGrp="1"/>
          </p:cNvSpPr>
          <p:nvPr>
            <p:ph type="title"/>
          </p:nvPr>
        </p:nvSpPr>
        <p:spPr>
          <a:xfrm>
            <a:off x="953467" y="1239667"/>
            <a:ext cx="4557600" cy="130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0" name="Google Shape;80;p7"/>
          <p:cNvSpPr txBox="1">
            <a:spLocks noGrp="1"/>
          </p:cNvSpPr>
          <p:nvPr>
            <p:ph type="body" idx="1"/>
          </p:nvPr>
        </p:nvSpPr>
        <p:spPr>
          <a:xfrm>
            <a:off x="953467" y="2623933"/>
            <a:ext cx="5065200" cy="3096000"/>
          </a:xfrm>
          <a:prstGeom prst="rect">
            <a:avLst/>
          </a:prstGeom>
        </p:spPr>
        <p:txBody>
          <a:bodyPr spcFirstLastPara="1" wrap="square" lIns="91425" tIns="91425" rIns="91425" bIns="91425" anchor="ctr" anchorCtr="0">
            <a:noAutofit/>
          </a:bodyPr>
          <a:lstStyle>
            <a:lvl1pPr marL="609585" lvl="0" indent="-423323" rtl="0">
              <a:spcBef>
                <a:spcPts val="0"/>
              </a:spcBef>
              <a:spcAft>
                <a:spcPts val="0"/>
              </a:spcAft>
              <a:buClr>
                <a:schemeClr val="dk1"/>
              </a:buClr>
              <a:buSzPts val="1400"/>
              <a:buChar char="●"/>
              <a:defRPr sz="1867">
                <a:solidFill>
                  <a:srgbClr val="434343"/>
                </a:solidFill>
                <a:latin typeface="Roboto"/>
                <a:ea typeface="Roboto"/>
                <a:cs typeface="Roboto"/>
                <a:sym typeface="Roboto"/>
              </a:defRPr>
            </a:lvl1pPr>
            <a:lvl2pPr marL="1219170" lvl="1" indent="-423323" rtl="0">
              <a:lnSpc>
                <a:spcPct val="115000"/>
              </a:lnSpc>
              <a:spcBef>
                <a:spcPts val="0"/>
              </a:spcBef>
              <a:spcAft>
                <a:spcPts val="0"/>
              </a:spcAft>
              <a:buClr>
                <a:srgbClr val="EFF8FF"/>
              </a:buClr>
              <a:buSzPts val="1400"/>
              <a:buFont typeface="Roboto"/>
              <a:buChar char="○"/>
              <a:defRPr>
                <a:solidFill>
                  <a:srgbClr val="434343"/>
                </a:solidFill>
              </a:defRPr>
            </a:lvl2pPr>
            <a:lvl3pPr marL="1828754" lvl="2" indent="-423323" rtl="0">
              <a:lnSpc>
                <a:spcPct val="115000"/>
              </a:lnSpc>
              <a:spcBef>
                <a:spcPts val="0"/>
              </a:spcBef>
              <a:spcAft>
                <a:spcPts val="0"/>
              </a:spcAft>
              <a:buClr>
                <a:srgbClr val="EFF8FF"/>
              </a:buClr>
              <a:buSzPts val="1400"/>
              <a:buFont typeface="Roboto"/>
              <a:buChar char="■"/>
              <a:defRPr>
                <a:solidFill>
                  <a:srgbClr val="434343"/>
                </a:solidFill>
              </a:defRPr>
            </a:lvl3pPr>
            <a:lvl4pPr marL="2438339" lvl="3" indent="-423323" rtl="0">
              <a:lnSpc>
                <a:spcPct val="115000"/>
              </a:lnSpc>
              <a:spcBef>
                <a:spcPts val="0"/>
              </a:spcBef>
              <a:spcAft>
                <a:spcPts val="0"/>
              </a:spcAft>
              <a:buClr>
                <a:srgbClr val="EFF8FF"/>
              </a:buClr>
              <a:buSzPts val="1400"/>
              <a:buFont typeface="Roboto"/>
              <a:buChar char="●"/>
              <a:defRPr>
                <a:solidFill>
                  <a:srgbClr val="434343"/>
                </a:solidFill>
              </a:defRPr>
            </a:lvl4pPr>
            <a:lvl5pPr marL="3047924" lvl="4" indent="-423323" rtl="0">
              <a:lnSpc>
                <a:spcPct val="115000"/>
              </a:lnSpc>
              <a:spcBef>
                <a:spcPts val="0"/>
              </a:spcBef>
              <a:spcAft>
                <a:spcPts val="0"/>
              </a:spcAft>
              <a:buClr>
                <a:srgbClr val="EFF8FF"/>
              </a:buClr>
              <a:buSzPts val="1400"/>
              <a:buFont typeface="Roboto"/>
              <a:buChar char="○"/>
              <a:defRPr>
                <a:solidFill>
                  <a:srgbClr val="434343"/>
                </a:solidFill>
              </a:defRPr>
            </a:lvl5pPr>
            <a:lvl6pPr marL="3657509" lvl="5" indent="-423323" rtl="0">
              <a:lnSpc>
                <a:spcPct val="115000"/>
              </a:lnSpc>
              <a:spcBef>
                <a:spcPts val="0"/>
              </a:spcBef>
              <a:spcAft>
                <a:spcPts val="0"/>
              </a:spcAft>
              <a:buClr>
                <a:srgbClr val="EFF8FF"/>
              </a:buClr>
              <a:buSzPts val="1400"/>
              <a:buFont typeface="Roboto"/>
              <a:buChar char="■"/>
              <a:defRPr>
                <a:solidFill>
                  <a:srgbClr val="434343"/>
                </a:solidFill>
              </a:defRPr>
            </a:lvl6pPr>
            <a:lvl7pPr marL="4267093" lvl="6" indent="-423323" rtl="0">
              <a:lnSpc>
                <a:spcPct val="115000"/>
              </a:lnSpc>
              <a:spcBef>
                <a:spcPts val="0"/>
              </a:spcBef>
              <a:spcAft>
                <a:spcPts val="0"/>
              </a:spcAft>
              <a:buClr>
                <a:srgbClr val="EFF8FF"/>
              </a:buClr>
              <a:buSzPts val="1400"/>
              <a:buFont typeface="Roboto"/>
              <a:buChar char="●"/>
              <a:defRPr>
                <a:solidFill>
                  <a:srgbClr val="434343"/>
                </a:solidFill>
              </a:defRPr>
            </a:lvl7pPr>
            <a:lvl8pPr marL="4876678" lvl="7" indent="-423323" rtl="0">
              <a:lnSpc>
                <a:spcPct val="115000"/>
              </a:lnSpc>
              <a:spcBef>
                <a:spcPts val="0"/>
              </a:spcBef>
              <a:spcAft>
                <a:spcPts val="0"/>
              </a:spcAft>
              <a:buClr>
                <a:srgbClr val="EFF8FF"/>
              </a:buClr>
              <a:buSzPts val="1400"/>
              <a:buFont typeface="Roboto"/>
              <a:buChar char="○"/>
              <a:defRPr>
                <a:solidFill>
                  <a:srgbClr val="434343"/>
                </a:solidFill>
              </a:defRPr>
            </a:lvl8pPr>
            <a:lvl9pPr marL="5486263" lvl="8" indent="-423323" rtl="0">
              <a:lnSpc>
                <a:spcPct val="115000"/>
              </a:lnSpc>
              <a:spcBef>
                <a:spcPts val="0"/>
              </a:spcBef>
              <a:spcAft>
                <a:spcPts val="0"/>
              </a:spcAft>
              <a:buClr>
                <a:srgbClr val="EFF8FF"/>
              </a:buClr>
              <a:buSzPts val="1400"/>
              <a:buFont typeface="Roboto"/>
              <a:buChar char="■"/>
              <a:defRPr>
                <a:solidFill>
                  <a:srgbClr val="434343"/>
                </a:solidFill>
              </a:defRPr>
            </a:lvl9pPr>
          </a:lstStyle>
          <a:p>
            <a:pPr lvl="0"/>
            <a:r>
              <a:rPr lang="en-US"/>
              <a:t>Click to edit Master text styles</a:t>
            </a:r>
          </a:p>
        </p:txBody>
      </p:sp>
    </p:spTree>
    <p:extLst>
      <p:ext uri="{BB962C8B-B14F-4D97-AF65-F5344CB8AC3E}">
        <p14:creationId xmlns:p14="http://schemas.microsoft.com/office/powerpoint/2010/main" val="34685297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1"/>
        <p:cNvGrpSpPr/>
        <p:nvPr/>
      </p:nvGrpSpPr>
      <p:grpSpPr>
        <a:xfrm>
          <a:off x="0" y="0"/>
          <a:ext cx="0" cy="0"/>
          <a:chOff x="0" y="0"/>
          <a:chExt cx="0" cy="0"/>
        </a:xfrm>
      </p:grpSpPr>
      <p:grpSp>
        <p:nvGrpSpPr>
          <p:cNvPr id="82" name="Google Shape;82;p8"/>
          <p:cNvGrpSpPr/>
          <p:nvPr/>
        </p:nvGrpSpPr>
        <p:grpSpPr>
          <a:xfrm rot="10800000">
            <a:off x="-945188" y="-904674"/>
            <a:ext cx="5755423" cy="3250975"/>
            <a:chOff x="5533491" y="3107351"/>
            <a:chExt cx="4316567" cy="2438231"/>
          </a:xfrm>
        </p:grpSpPr>
        <p:sp>
          <p:nvSpPr>
            <p:cNvPr id="83" name="Google Shape;83;p8"/>
            <p:cNvSpPr/>
            <p:nvPr/>
          </p:nvSpPr>
          <p:spPr>
            <a:xfrm flipH="1">
              <a:off x="5533491" y="3107351"/>
              <a:ext cx="3843000" cy="2188447"/>
            </a:xfrm>
            <a:custGeom>
              <a:avLst/>
              <a:gdLst/>
              <a:ahLst/>
              <a:cxnLst/>
              <a:rect l="l" t="t" r="r" b="b"/>
              <a:pathLst>
                <a:path w="36343" h="20696" extrusionOk="0">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 name="Google Shape;84;p8"/>
            <p:cNvSpPr/>
            <p:nvPr/>
          </p:nvSpPr>
          <p:spPr>
            <a:xfrm rot="-3388888" flipH="1">
              <a:off x="7922978" y="3874096"/>
              <a:ext cx="1863989" cy="1152521"/>
            </a:xfrm>
            <a:custGeom>
              <a:avLst/>
              <a:gdLst/>
              <a:ahLst/>
              <a:cxnLst/>
              <a:rect l="l" t="t" r="r" b="b"/>
              <a:pathLst>
                <a:path w="23464" h="14508" extrusionOk="0">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5" name="Google Shape;85;p8"/>
          <p:cNvSpPr/>
          <p:nvPr/>
        </p:nvSpPr>
        <p:spPr>
          <a:xfrm flipH="1">
            <a:off x="9855415" y="-246299"/>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6" name="Google Shape;86;p8"/>
          <p:cNvSpPr/>
          <p:nvPr/>
        </p:nvSpPr>
        <p:spPr>
          <a:xfrm flipH="1">
            <a:off x="7432711" y="713330"/>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7" name="Google Shape;87;p8"/>
          <p:cNvSpPr/>
          <p:nvPr/>
        </p:nvSpPr>
        <p:spPr>
          <a:xfrm flipH="1">
            <a:off x="5665837" y="1322027"/>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8" name="Google Shape;88;p8"/>
          <p:cNvSpPr/>
          <p:nvPr/>
        </p:nvSpPr>
        <p:spPr>
          <a:xfrm flipH="1">
            <a:off x="9961766" y="3823665"/>
            <a:ext cx="682201" cy="6138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9" name="Google Shape;89;p8"/>
          <p:cNvSpPr/>
          <p:nvPr/>
        </p:nvSpPr>
        <p:spPr>
          <a:xfrm flipH="1">
            <a:off x="-29" y="4668179"/>
            <a:ext cx="5451887" cy="2267983"/>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90" name="Google Shape;90;p8"/>
          <p:cNvGrpSpPr/>
          <p:nvPr/>
        </p:nvGrpSpPr>
        <p:grpSpPr>
          <a:xfrm>
            <a:off x="6745970" y="4668204"/>
            <a:ext cx="5446100" cy="2267931"/>
            <a:chOff x="5059477" y="3501153"/>
            <a:chExt cx="4084575" cy="1700948"/>
          </a:xfrm>
        </p:grpSpPr>
        <p:sp>
          <p:nvSpPr>
            <p:cNvPr id="91" name="Google Shape;91;p8"/>
            <p:cNvSpPr/>
            <p:nvPr/>
          </p:nvSpPr>
          <p:spPr>
            <a:xfrm>
              <a:off x="5059477" y="3501153"/>
              <a:ext cx="4084575" cy="1700948"/>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 name="Google Shape;92;p8"/>
            <p:cNvSpPr/>
            <p:nvPr/>
          </p:nvSpPr>
          <p:spPr>
            <a:xfrm>
              <a:off x="7391552" y="4351448"/>
              <a:ext cx="916461" cy="660369"/>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3" name="Google Shape;93;p8"/>
          <p:cNvSpPr/>
          <p:nvPr/>
        </p:nvSpPr>
        <p:spPr>
          <a:xfrm flipH="1">
            <a:off x="1281033" y="34290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4" name="Google Shape;94;p8"/>
          <p:cNvSpPr txBox="1">
            <a:spLocks noGrp="1"/>
          </p:cNvSpPr>
          <p:nvPr>
            <p:ph type="title"/>
          </p:nvPr>
        </p:nvSpPr>
        <p:spPr>
          <a:xfrm>
            <a:off x="2336600" y="1873400"/>
            <a:ext cx="7518800" cy="31112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6000"/>
              <a:buNone/>
              <a:defRPr sz="10666"/>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15421564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5"/>
        <p:cNvGrpSpPr/>
        <p:nvPr/>
      </p:nvGrpSpPr>
      <p:grpSpPr>
        <a:xfrm>
          <a:off x="0" y="0"/>
          <a:ext cx="0" cy="0"/>
          <a:chOff x="0" y="0"/>
          <a:chExt cx="0" cy="0"/>
        </a:xfrm>
      </p:grpSpPr>
      <p:grpSp>
        <p:nvGrpSpPr>
          <p:cNvPr id="96" name="Google Shape;96;p9"/>
          <p:cNvGrpSpPr/>
          <p:nvPr/>
        </p:nvGrpSpPr>
        <p:grpSpPr>
          <a:xfrm>
            <a:off x="9356610" y="131241"/>
            <a:ext cx="3351853" cy="3805539"/>
            <a:chOff x="652975" y="879525"/>
            <a:chExt cx="838075" cy="951575"/>
          </a:xfrm>
        </p:grpSpPr>
        <p:sp>
          <p:nvSpPr>
            <p:cNvPr id="97" name="Google Shape;97;p9"/>
            <p:cNvSpPr/>
            <p:nvPr/>
          </p:nvSpPr>
          <p:spPr>
            <a:xfrm>
              <a:off x="653750" y="1109175"/>
              <a:ext cx="361625" cy="332250"/>
            </a:xfrm>
            <a:custGeom>
              <a:avLst/>
              <a:gdLst/>
              <a:ahLst/>
              <a:cxnLst/>
              <a:rect l="l" t="t" r="r" b="b"/>
              <a:pathLst>
                <a:path w="14465" h="13290" extrusionOk="0">
                  <a:moveTo>
                    <a:pt x="10359" y="0"/>
                  </a:moveTo>
                  <a:cubicBezTo>
                    <a:pt x="9828" y="0"/>
                    <a:pt x="9234" y="108"/>
                    <a:pt x="8572" y="360"/>
                  </a:cubicBezTo>
                  <a:cubicBezTo>
                    <a:pt x="8572" y="360"/>
                    <a:pt x="10789" y="2214"/>
                    <a:pt x="10504" y="2325"/>
                  </a:cubicBezTo>
                  <a:cubicBezTo>
                    <a:pt x="10497" y="2327"/>
                    <a:pt x="10488" y="2328"/>
                    <a:pt x="10479" y="2328"/>
                  </a:cubicBezTo>
                  <a:cubicBezTo>
                    <a:pt x="10127" y="2328"/>
                    <a:pt x="8476" y="758"/>
                    <a:pt x="7596" y="758"/>
                  </a:cubicBezTo>
                  <a:cubicBezTo>
                    <a:pt x="7549" y="758"/>
                    <a:pt x="7505" y="763"/>
                    <a:pt x="7463" y="772"/>
                  </a:cubicBezTo>
                  <a:cubicBezTo>
                    <a:pt x="6607" y="946"/>
                    <a:pt x="6354" y="1184"/>
                    <a:pt x="6354" y="1184"/>
                  </a:cubicBezTo>
                  <a:cubicBezTo>
                    <a:pt x="6354" y="1184"/>
                    <a:pt x="9966" y="2515"/>
                    <a:pt x="9348" y="3006"/>
                  </a:cubicBezTo>
                  <a:cubicBezTo>
                    <a:pt x="9284" y="3057"/>
                    <a:pt x="9204" y="3079"/>
                    <a:pt x="9111" y="3079"/>
                  </a:cubicBezTo>
                  <a:cubicBezTo>
                    <a:pt x="8382" y="3079"/>
                    <a:pt x="6839" y="1702"/>
                    <a:pt x="5813" y="1702"/>
                  </a:cubicBezTo>
                  <a:cubicBezTo>
                    <a:pt x="5701" y="1702"/>
                    <a:pt x="5596" y="1718"/>
                    <a:pt x="5498" y="1754"/>
                  </a:cubicBezTo>
                  <a:cubicBezTo>
                    <a:pt x="4389" y="2166"/>
                    <a:pt x="1759" y="3941"/>
                    <a:pt x="1759" y="3941"/>
                  </a:cubicBezTo>
                  <a:cubicBezTo>
                    <a:pt x="1759" y="3941"/>
                    <a:pt x="5641" y="4701"/>
                    <a:pt x="5213" y="5145"/>
                  </a:cubicBezTo>
                  <a:cubicBezTo>
                    <a:pt x="5153" y="5202"/>
                    <a:pt x="5042" y="5226"/>
                    <a:pt x="4892" y="5226"/>
                  </a:cubicBezTo>
                  <a:cubicBezTo>
                    <a:pt x="4179" y="5226"/>
                    <a:pt x="2597" y="4688"/>
                    <a:pt x="1619" y="4688"/>
                  </a:cubicBezTo>
                  <a:cubicBezTo>
                    <a:pt x="1272" y="4688"/>
                    <a:pt x="1001" y="4756"/>
                    <a:pt x="872" y="4939"/>
                  </a:cubicBezTo>
                  <a:cubicBezTo>
                    <a:pt x="286" y="5747"/>
                    <a:pt x="1" y="8186"/>
                    <a:pt x="1" y="8186"/>
                  </a:cubicBezTo>
                  <a:cubicBezTo>
                    <a:pt x="1" y="8186"/>
                    <a:pt x="1515" y="7492"/>
                    <a:pt x="2171" y="7492"/>
                  </a:cubicBezTo>
                  <a:cubicBezTo>
                    <a:pt x="2319" y="7492"/>
                    <a:pt x="2424" y="7528"/>
                    <a:pt x="2456" y="7616"/>
                  </a:cubicBezTo>
                  <a:cubicBezTo>
                    <a:pt x="2631" y="8076"/>
                    <a:pt x="460" y="8884"/>
                    <a:pt x="365" y="9185"/>
                  </a:cubicBezTo>
                  <a:cubicBezTo>
                    <a:pt x="286" y="9470"/>
                    <a:pt x="1601" y="11450"/>
                    <a:pt x="1791" y="13050"/>
                  </a:cubicBezTo>
                  <a:cubicBezTo>
                    <a:pt x="1810" y="13214"/>
                    <a:pt x="1833" y="13290"/>
                    <a:pt x="1863" y="13290"/>
                  </a:cubicBezTo>
                  <a:cubicBezTo>
                    <a:pt x="2125" y="13290"/>
                    <a:pt x="2954" y="7541"/>
                    <a:pt x="7304" y="5224"/>
                  </a:cubicBezTo>
                  <a:cubicBezTo>
                    <a:pt x="10379" y="3586"/>
                    <a:pt x="12013" y="3287"/>
                    <a:pt x="12798" y="3287"/>
                  </a:cubicBezTo>
                  <a:cubicBezTo>
                    <a:pt x="13250" y="3287"/>
                    <a:pt x="13419" y="3386"/>
                    <a:pt x="13419" y="3386"/>
                  </a:cubicBezTo>
                  <a:lnTo>
                    <a:pt x="11994" y="4036"/>
                  </a:lnTo>
                  <a:lnTo>
                    <a:pt x="14465" y="3861"/>
                  </a:lnTo>
                  <a:cubicBezTo>
                    <a:pt x="14465" y="3861"/>
                    <a:pt x="13535" y="0"/>
                    <a:pt x="10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 name="Google Shape;98;p9"/>
            <p:cNvSpPr/>
            <p:nvPr/>
          </p:nvSpPr>
          <p:spPr>
            <a:xfrm>
              <a:off x="871200" y="1180350"/>
              <a:ext cx="172300" cy="472975"/>
            </a:xfrm>
            <a:custGeom>
              <a:avLst/>
              <a:gdLst/>
              <a:ahLst/>
              <a:cxnLst/>
              <a:rect l="l" t="t" r="r" b="b"/>
              <a:pathLst>
                <a:path w="6892" h="18919" extrusionOk="0">
                  <a:moveTo>
                    <a:pt x="6106" y="0"/>
                  </a:moveTo>
                  <a:cubicBezTo>
                    <a:pt x="5666" y="0"/>
                    <a:pt x="3360" y="39"/>
                    <a:pt x="2630" y="840"/>
                  </a:cubicBezTo>
                  <a:cubicBezTo>
                    <a:pt x="1822" y="1727"/>
                    <a:pt x="1078" y="3502"/>
                    <a:pt x="1078" y="3502"/>
                  </a:cubicBezTo>
                  <a:cubicBezTo>
                    <a:pt x="1078" y="3502"/>
                    <a:pt x="2540" y="3060"/>
                    <a:pt x="3222" y="3060"/>
                  </a:cubicBezTo>
                  <a:cubicBezTo>
                    <a:pt x="3435" y="3060"/>
                    <a:pt x="3572" y="3103"/>
                    <a:pt x="3565" y="3217"/>
                  </a:cubicBezTo>
                  <a:cubicBezTo>
                    <a:pt x="3549" y="3692"/>
                    <a:pt x="777" y="3581"/>
                    <a:pt x="745" y="4801"/>
                  </a:cubicBezTo>
                  <a:cubicBezTo>
                    <a:pt x="761" y="5403"/>
                    <a:pt x="697" y="6005"/>
                    <a:pt x="571" y="6591"/>
                  </a:cubicBezTo>
                  <a:cubicBezTo>
                    <a:pt x="571" y="6591"/>
                    <a:pt x="3212" y="4784"/>
                    <a:pt x="3832" y="4784"/>
                  </a:cubicBezTo>
                  <a:cubicBezTo>
                    <a:pt x="3911" y="4784"/>
                    <a:pt x="3957" y="4814"/>
                    <a:pt x="3961" y="4880"/>
                  </a:cubicBezTo>
                  <a:cubicBezTo>
                    <a:pt x="3993" y="5466"/>
                    <a:pt x="681" y="7146"/>
                    <a:pt x="396" y="7985"/>
                  </a:cubicBezTo>
                  <a:cubicBezTo>
                    <a:pt x="111" y="8825"/>
                    <a:pt x="0" y="11993"/>
                    <a:pt x="444" y="13166"/>
                  </a:cubicBezTo>
                  <a:cubicBezTo>
                    <a:pt x="486" y="13282"/>
                    <a:pt x="539" y="13333"/>
                    <a:pt x="601" y="13333"/>
                  </a:cubicBezTo>
                  <a:cubicBezTo>
                    <a:pt x="1100" y="13333"/>
                    <a:pt x="2182" y="10016"/>
                    <a:pt x="2930" y="10016"/>
                  </a:cubicBezTo>
                  <a:cubicBezTo>
                    <a:pt x="3033" y="10016"/>
                    <a:pt x="3129" y="10078"/>
                    <a:pt x="3216" y="10219"/>
                  </a:cubicBezTo>
                  <a:cubicBezTo>
                    <a:pt x="4024" y="11518"/>
                    <a:pt x="507" y="12611"/>
                    <a:pt x="1188" y="14497"/>
                  </a:cubicBezTo>
                  <a:cubicBezTo>
                    <a:pt x="1886" y="16366"/>
                    <a:pt x="4278" y="18758"/>
                    <a:pt x="5117" y="18917"/>
                  </a:cubicBezTo>
                  <a:cubicBezTo>
                    <a:pt x="5125" y="18918"/>
                    <a:pt x="5132" y="18919"/>
                    <a:pt x="5139" y="18919"/>
                  </a:cubicBezTo>
                  <a:cubicBezTo>
                    <a:pt x="5884" y="18919"/>
                    <a:pt x="2871" y="10637"/>
                    <a:pt x="4864" y="6211"/>
                  </a:cubicBezTo>
                  <a:cubicBezTo>
                    <a:pt x="6892" y="1727"/>
                    <a:pt x="6179" y="1"/>
                    <a:pt x="6179" y="1"/>
                  </a:cubicBezTo>
                  <a:cubicBezTo>
                    <a:pt x="6179" y="1"/>
                    <a:pt x="6153"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 name="Google Shape;99;p9"/>
            <p:cNvSpPr/>
            <p:nvPr/>
          </p:nvSpPr>
          <p:spPr>
            <a:xfrm>
              <a:off x="974175" y="1171250"/>
              <a:ext cx="207950" cy="334625"/>
            </a:xfrm>
            <a:custGeom>
              <a:avLst/>
              <a:gdLst/>
              <a:ahLst/>
              <a:cxnLst/>
              <a:rect l="l" t="t" r="r" b="b"/>
              <a:pathLst>
                <a:path w="8318" h="13385" extrusionOk="0">
                  <a:moveTo>
                    <a:pt x="3216" y="0"/>
                  </a:moveTo>
                  <a:cubicBezTo>
                    <a:pt x="3216" y="0"/>
                    <a:pt x="0" y="143"/>
                    <a:pt x="634" y="4959"/>
                  </a:cubicBezTo>
                  <a:cubicBezTo>
                    <a:pt x="634" y="4959"/>
                    <a:pt x="1813" y="3887"/>
                    <a:pt x="2249" y="3887"/>
                  </a:cubicBezTo>
                  <a:cubicBezTo>
                    <a:pt x="2287" y="3887"/>
                    <a:pt x="2320" y="3895"/>
                    <a:pt x="2345" y="3913"/>
                  </a:cubicBezTo>
                  <a:cubicBezTo>
                    <a:pt x="2662" y="4135"/>
                    <a:pt x="808" y="4674"/>
                    <a:pt x="888" y="5640"/>
                  </a:cubicBezTo>
                  <a:cubicBezTo>
                    <a:pt x="983" y="6607"/>
                    <a:pt x="1030" y="7129"/>
                    <a:pt x="1030" y="7129"/>
                  </a:cubicBezTo>
                  <a:cubicBezTo>
                    <a:pt x="1030" y="7129"/>
                    <a:pt x="2246" y="4952"/>
                    <a:pt x="2661" y="4952"/>
                  </a:cubicBezTo>
                  <a:cubicBezTo>
                    <a:pt x="2685" y="4952"/>
                    <a:pt x="2707" y="4959"/>
                    <a:pt x="2725" y="4975"/>
                  </a:cubicBezTo>
                  <a:cubicBezTo>
                    <a:pt x="3074" y="5244"/>
                    <a:pt x="1442" y="7177"/>
                    <a:pt x="1394" y="8127"/>
                  </a:cubicBezTo>
                  <a:cubicBezTo>
                    <a:pt x="1347" y="9078"/>
                    <a:pt x="2393" y="10821"/>
                    <a:pt x="2393" y="10821"/>
                  </a:cubicBezTo>
                  <a:cubicBezTo>
                    <a:pt x="2393" y="10821"/>
                    <a:pt x="3521" y="8646"/>
                    <a:pt x="3854" y="8646"/>
                  </a:cubicBezTo>
                  <a:cubicBezTo>
                    <a:pt x="3878" y="8646"/>
                    <a:pt x="3898" y="8657"/>
                    <a:pt x="3913" y="8682"/>
                  </a:cubicBezTo>
                  <a:cubicBezTo>
                    <a:pt x="4135" y="9046"/>
                    <a:pt x="2662" y="10456"/>
                    <a:pt x="3042" y="11518"/>
                  </a:cubicBezTo>
                  <a:cubicBezTo>
                    <a:pt x="3389" y="12433"/>
                    <a:pt x="5726" y="13385"/>
                    <a:pt x="6930" y="13385"/>
                  </a:cubicBezTo>
                  <a:cubicBezTo>
                    <a:pt x="7102" y="13385"/>
                    <a:pt x="7251" y="13365"/>
                    <a:pt x="7367" y="13324"/>
                  </a:cubicBezTo>
                  <a:cubicBezTo>
                    <a:pt x="8318" y="12975"/>
                    <a:pt x="4389" y="8286"/>
                    <a:pt x="3834" y="5894"/>
                  </a:cubicBezTo>
                  <a:cubicBezTo>
                    <a:pt x="3296" y="3501"/>
                    <a:pt x="3216" y="0"/>
                    <a:pt x="32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 name="Google Shape;100;p9"/>
            <p:cNvSpPr/>
            <p:nvPr/>
          </p:nvSpPr>
          <p:spPr>
            <a:xfrm>
              <a:off x="652975" y="1026200"/>
              <a:ext cx="389350" cy="176350"/>
            </a:xfrm>
            <a:custGeom>
              <a:avLst/>
              <a:gdLst/>
              <a:ahLst/>
              <a:cxnLst/>
              <a:rect l="l" t="t" r="r" b="b"/>
              <a:pathLst>
                <a:path w="15574" h="7054" extrusionOk="0">
                  <a:moveTo>
                    <a:pt x="5673" y="0"/>
                  </a:moveTo>
                  <a:cubicBezTo>
                    <a:pt x="5394" y="0"/>
                    <a:pt x="5116" y="66"/>
                    <a:pt x="4848" y="226"/>
                  </a:cubicBezTo>
                  <a:cubicBezTo>
                    <a:pt x="4848" y="226"/>
                    <a:pt x="6844" y="1445"/>
                    <a:pt x="6305" y="1794"/>
                  </a:cubicBezTo>
                  <a:cubicBezTo>
                    <a:pt x="6262" y="1821"/>
                    <a:pt x="6212" y="1834"/>
                    <a:pt x="6155" y="1834"/>
                  </a:cubicBezTo>
                  <a:cubicBezTo>
                    <a:pt x="5653" y="1834"/>
                    <a:pt x="4666" y="855"/>
                    <a:pt x="3904" y="855"/>
                  </a:cubicBezTo>
                  <a:cubicBezTo>
                    <a:pt x="3715" y="855"/>
                    <a:pt x="3540" y="915"/>
                    <a:pt x="3390" y="1065"/>
                  </a:cubicBezTo>
                  <a:cubicBezTo>
                    <a:pt x="2551" y="1873"/>
                    <a:pt x="1980" y="2570"/>
                    <a:pt x="1980" y="2570"/>
                  </a:cubicBezTo>
                  <a:cubicBezTo>
                    <a:pt x="1980" y="2570"/>
                    <a:pt x="2473" y="2513"/>
                    <a:pt x="2896" y="2513"/>
                  </a:cubicBezTo>
                  <a:cubicBezTo>
                    <a:pt x="3304" y="2513"/>
                    <a:pt x="3648" y="2566"/>
                    <a:pt x="3422" y="2776"/>
                  </a:cubicBezTo>
                  <a:cubicBezTo>
                    <a:pt x="2978" y="3220"/>
                    <a:pt x="1584" y="2966"/>
                    <a:pt x="1046" y="3378"/>
                  </a:cubicBezTo>
                  <a:cubicBezTo>
                    <a:pt x="491" y="3806"/>
                    <a:pt x="0" y="5311"/>
                    <a:pt x="0" y="5311"/>
                  </a:cubicBezTo>
                  <a:cubicBezTo>
                    <a:pt x="0" y="5311"/>
                    <a:pt x="3543" y="2892"/>
                    <a:pt x="7141" y="2892"/>
                  </a:cubicBezTo>
                  <a:cubicBezTo>
                    <a:pt x="8045" y="2892"/>
                    <a:pt x="8951" y="3044"/>
                    <a:pt x="9807" y="3426"/>
                  </a:cubicBezTo>
                  <a:cubicBezTo>
                    <a:pt x="14068" y="5311"/>
                    <a:pt x="14448" y="7054"/>
                    <a:pt x="14448" y="7054"/>
                  </a:cubicBezTo>
                  <a:cubicBezTo>
                    <a:pt x="14448" y="7054"/>
                    <a:pt x="15573" y="4677"/>
                    <a:pt x="14971" y="4218"/>
                  </a:cubicBezTo>
                  <a:cubicBezTo>
                    <a:pt x="14866" y="4137"/>
                    <a:pt x="14799" y="4104"/>
                    <a:pt x="14758" y="4104"/>
                  </a:cubicBezTo>
                  <a:cubicBezTo>
                    <a:pt x="14577" y="4104"/>
                    <a:pt x="14865" y="4713"/>
                    <a:pt x="14602" y="4713"/>
                  </a:cubicBezTo>
                  <a:cubicBezTo>
                    <a:pt x="14567" y="4713"/>
                    <a:pt x="14522" y="4702"/>
                    <a:pt x="14464" y="4677"/>
                  </a:cubicBezTo>
                  <a:cubicBezTo>
                    <a:pt x="13862" y="4440"/>
                    <a:pt x="14955" y="3743"/>
                    <a:pt x="13656" y="2539"/>
                  </a:cubicBezTo>
                  <a:lnTo>
                    <a:pt x="12373" y="1319"/>
                  </a:lnTo>
                  <a:lnTo>
                    <a:pt x="12373" y="1319"/>
                  </a:lnTo>
                  <a:cubicBezTo>
                    <a:pt x="12373" y="1319"/>
                    <a:pt x="13450" y="3093"/>
                    <a:pt x="12928" y="3426"/>
                  </a:cubicBezTo>
                  <a:cubicBezTo>
                    <a:pt x="12885" y="3452"/>
                    <a:pt x="12848" y="3465"/>
                    <a:pt x="12817" y="3465"/>
                  </a:cubicBezTo>
                  <a:cubicBezTo>
                    <a:pt x="12455" y="3465"/>
                    <a:pt x="12762" y="1801"/>
                    <a:pt x="11391" y="970"/>
                  </a:cubicBezTo>
                  <a:cubicBezTo>
                    <a:pt x="10871" y="664"/>
                    <a:pt x="10572" y="525"/>
                    <a:pt x="10433" y="525"/>
                  </a:cubicBezTo>
                  <a:cubicBezTo>
                    <a:pt x="10168" y="525"/>
                    <a:pt x="10475" y="1022"/>
                    <a:pt x="10931" y="1810"/>
                  </a:cubicBezTo>
                  <a:cubicBezTo>
                    <a:pt x="11247" y="2356"/>
                    <a:pt x="11261" y="2618"/>
                    <a:pt x="11110" y="2618"/>
                  </a:cubicBezTo>
                  <a:cubicBezTo>
                    <a:pt x="10928" y="2618"/>
                    <a:pt x="10507" y="2236"/>
                    <a:pt x="10092" y="1509"/>
                  </a:cubicBezTo>
                  <a:cubicBezTo>
                    <a:pt x="9347" y="194"/>
                    <a:pt x="8571" y="321"/>
                    <a:pt x="7921" y="210"/>
                  </a:cubicBezTo>
                  <a:cubicBezTo>
                    <a:pt x="7885" y="203"/>
                    <a:pt x="7856" y="199"/>
                    <a:pt x="7834" y="199"/>
                  </a:cubicBezTo>
                  <a:cubicBezTo>
                    <a:pt x="7457" y="199"/>
                    <a:pt x="9126" y="1180"/>
                    <a:pt x="8872" y="1525"/>
                  </a:cubicBezTo>
                  <a:cubicBezTo>
                    <a:pt x="8854" y="1548"/>
                    <a:pt x="8829" y="1559"/>
                    <a:pt x="8797" y="1559"/>
                  </a:cubicBezTo>
                  <a:cubicBezTo>
                    <a:pt x="8414" y="1559"/>
                    <a:pt x="7030" y="0"/>
                    <a:pt x="5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 name="Google Shape;101;p9"/>
            <p:cNvSpPr/>
            <p:nvPr/>
          </p:nvSpPr>
          <p:spPr>
            <a:xfrm>
              <a:off x="995175" y="879525"/>
              <a:ext cx="217825" cy="311725"/>
            </a:xfrm>
            <a:custGeom>
              <a:avLst/>
              <a:gdLst/>
              <a:ahLst/>
              <a:cxnLst/>
              <a:rect l="l" t="t" r="r" b="b"/>
              <a:pathLst>
                <a:path w="8713" h="12469" extrusionOk="0">
                  <a:moveTo>
                    <a:pt x="5512" y="0"/>
                  </a:moveTo>
                  <a:cubicBezTo>
                    <a:pt x="4929" y="0"/>
                    <a:pt x="3795" y="345"/>
                    <a:pt x="3580" y="1055"/>
                  </a:cubicBezTo>
                  <a:cubicBezTo>
                    <a:pt x="3279" y="2100"/>
                    <a:pt x="3834" y="3098"/>
                    <a:pt x="3533" y="3146"/>
                  </a:cubicBezTo>
                  <a:cubicBezTo>
                    <a:pt x="3528" y="3147"/>
                    <a:pt x="3523" y="3147"/>
                    <a:pt x="3518" y="3147"/>
                  </a:cubicBezTo>
                  <a:cubicBezTo>
                    <a:pt x="3210" y="3147"/>
                    <a:pt x="3028" y="1698"/>
                    <a:pt x="3137" y="1324"/>
                  </a:cubicBezTo>
                  <a:cubicBezTo>
                    <a:pt x="3144" y="1298"/>
                    <a:pt x="3139" y="1285"/>
                    <a:pt x="3125" y="1285"/>
                  </a:cubicBezTo>
                  <a:cubicBezTo>
                    <a:pt x="2944" y="1285"/>
                    <a:pt x="1183" y="3319"/>
                    <a:pt x="1521" y="4112"/>
                  </a:cubicBezTo>
                  <a:cubicBezTo>
                    <a:pt x="1901" y="4984"/>
                    <a:pt x="2361" y="5839"/>
                    <a:pt x="2250" y="5982"/>
                  </a:cubicBezTo>
                  <a:cubicBezTo>
                    <a:pt x="2237" y="5996"/>
                    <a:pt x="2218" y="6003"/>
                    <a:pt x="2195" y="6003"/>
                  </a:cubicBezTo>
                  <a:cubicBezTo>
                    <a:pt x="1982" y="6003"/>
                    <a:pt x="1370" y="5425"/>
                    <a:pt x="1299" y="4397"/>
                  </a:cubicBezTo>
                  <a:cubicBezTo>
                    <a:pt x="1279" y="4166"/>
                    <a:pt x="1238" y="4072"/>
                    <a:pt x="1187" y="4072"/>
                  </a:cubicBezTo>
                  <a:cubicBezTo>
                    <a:pt x="993" y="4072"/>
                    <a:pt x="668" y="5467"/>
                    <a:pt x="982" y="5744"/>
                  </a:cubicBezTo>
                  <a:cubicBezTo>
                    <a:pt x="1378" y="6093"/>
                    <a:pt x="2028" y="6679"/>
                    <a:pt x="1774" y="6901"/>
                  </a:cubicBezTo>
                  <a:cubicBezTo>
                    <a:pt x="1757" y="6916"/>
                    <a:pt x="1738" y="6924"/>
                    <a:pt x="1717" y="6924"/>
                  </a:cubicBezTo>
                  <a:cubicBezTo>
                    <a:pt x="1473" y="6924"/>
                    <a:pt x="976" y="5948"/>
                    <a:pt x="796" y="5948"/>
                  </a:cubicBezTo>
                  <a:cubicBezTo>
                    <a:pt x="774" y="5948"/>
                    <a:pt x="756" y="5963"/>
                    <a:pt x="745" y="5998"/>
                  </a:cubicBezTo>
                  <a:cubicBezTo>
                    <a:pt x="650" y="6346"/>
                    <a:pt x="523" y="8025"/>
                    <a:pt x="1267" y="8612"/>
                  </a:cubicBezTo>
                  <a:cubicBezTo>
                    <a:pt x="1892" y="9080"/>
                    <a:pt x="1811" y="9517"/>
                    <a:pt x="1586" y="9517"/>
                  </a:cubicBezTo>
                  <a:cubicBezTo>
                    <a:pt x="1538" y="9517"/>
                    <a:pt x="1482" y="9496"/>
                    <a:pt x="1426" y="9451"/>
                  </a:cubicBezTo>
                  <a:cubicBezTo>
                    <a:pt x="1204" y="9265"/>
                    <a:pt x="803" y="8419"/>
                    <a:pt x="550" y="8419"/>
                  </a:cubicBezTo>
                  <a:cubicBezTo>
                    <a:pt x="458" y="8419"/>
                    <a:pt x="386" y="8528"/>
                    <a:pt x="349" y="8817"/>
                  </a:cubicBezTo>
                  <a:cubicBezTo>
                    <a:pt x="222" y="9895"/>
                    <a:pt x="1473" y="10275"/>
                    <a:pt x="1347" y="10560"/>
                  </a:cubicBezTo>
                  <a:cubicBezTo>
                    <a:pt x="1265" y="10723"/>
                    <a:pt x="1153" y="10880"/>
                    <a:pt x="978" y="10880"/>
                  </a:cubicBezTo>
                  <a:cubicBezTo>
                    <a:pt x="846" y="10880"/>
                    <a:pt x="678" y="10790"/>
                    <a:pt x="459" y="10544"/>
                  </a:cubicBezTo>
                  <a:cubicBezTo>
                    <a:pt x="414" y="10493"/>
                    <a:pt x="372" y="10470"/>
                    <a:pt x="336" y="10470"/>
                  </a:cubicBezTo>
                  <a:cubicBezTo>
                    <a:pt x="0" y="10470"/>
                    <a:pt x="130" y="12469"/>
                    <a:pt x="1766" y="12469"/>
                  </a:cubicBezTo>
                  <a:cubicBezTo>
                    <a:pt x="1971" y="12469"/>
                    <a:pt x="2201" y="12437"/>
                    <a:pt x="2456" y="12366"/>
                  </a:cubicBezTo>
                  <a:cubicBezTo>
                    <a:pt x="2456" y="12366"/>
                    <a:pt x="1521" y="8215"/>
                    <a:pt x="3374" y="5332"/>
                  </a:cubicBezTo>
                  <a:cubicBezTo>
                    <a:pt x="5212" y="2465"/>
                    <a:pt x="8539" y="1007"/>
                    <a:pt x="8650" y="516"/>
                  </a:cubicBezTo>
                  <a:cubicBezTo>
                    <a:pt x="8713" y="281"/>
                    <a:pt x="8275" y="189"/>
                    <a:pt x="7760" y="189"/>
                  </a:cubicBezTo>
                  <a:cubicBezTo>
                    <a:pt x="7233" y="189"/>
                    <a:pt x="6625" y="285"/>
                    <a:pt x="6385" y="421"/>
                  </a:cubicBezTo>
                  <a:cubicBezTo>
                    <a:pt x="5925" y="690"/>
                    <a:pt x="6036" y="1752"/>
                    <a:pt x="5545" y="1863"/>
                  </a:cubicBezTo>
                  <a:cubicBezTo>
                    <a:pt x="5524" y="1867"/>
                    <a:pt x="5506" y="1869"/>
                    <a:pt x="5488" y="1869"/>
                  </a:cubicBezTo>
                  <a:cubicBezTo>
                    <a:pt x="5085" y="1869"/>
                    <a:pt x="5450" y="686"/>
                    <a:pt x="5814" y="231"/>
                  </a:cubicBezTo>
                  <a:cubicBezTo>
                    <a:pt x="5942" y="78"/>
                    <a:pt x="5789" y="0"/>
                    <a:pt x="55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 name="Google Shape;102;p9"/>
            <p:cNvSpPr/>
            <p:nvPr/>
          </p:nvSpPr>
          <p:spPr>
            <a:xfrm>
              <a:off x="1018350" y="939575"/>
              <a:ext cx="396875" cy="253875"/>
            </a:xfrm>
            <a:custGeom>
              <a:avLst/>
              <a:gdLst/>
              <a:ahLst/>
              <a:cxnLst/>
              <a:rect l="l" t="t" r="r" b="b"/>
              <a:pathLst>
                <a:path w="15875" h="10155" extrusionOk="0">
                  <a:moveTo>
                    <a:pt x="9919" y="0"/>
                  </a:moveTo>
                  <a:cubicBezTo>
                    <a:pt x="9109" y="0"/>
                    <a:pt x="6517" y="983"/>
                    <a:pt x="6234" y="1774"/>
                  </a:cubicBezTo>
                  <a:cubicBezTo>
                    <a:pt x="5854" y="2819"/>
                    <a:pt x="6170" y="3833"/>
                    <a:pt x="5727" y="3992"/>
                  </a:cubicBezTo>
                  <a:cubicBezTo>
                    <a:pt x="5707" y="3999"/>
                    <a:pt x="5690" y="4002"/>
                    <a:pt x="5673" y="4002"/>
                  </a:cubicBezTo>
                  <a:cubicBezTo>
                    <a:pt x="5319" y="4002"/>
                    <a:pt x="5701" y="2412"/>
                    <a:pt x="5822" y="1821"/>
                  </a:cubicBezTo>
                  <a:cubicBezTo>
                    <a:pt x="5860" y="1652"/>
                    <a:pt x="5781" y="1580"/>
                    <a:pt x="5646" y="1580"/>
                  </a:cubicBezTo>
                  <a:cubicBezTo>
                    <a:pt x="5276" y="1580"/>
                    <a:pt x="4485" y="2127"/>
                    <a:pt x="4555" y="2708"/>
                  </a:cubicBezTo>
                  <a:cubicBezTo>
                    <a:pt x="4650" y="3516"/>
                    <a:pt x="5093" y="4245"/>
                    <a:pt x="4650" y="4419"/>
                  </a:cubicBezTo>
                  <a:cubicBezTo>
                    <a:pt x="4623" y="4429"/>
                    <a:pt x="4598" y="4433"/>
                    <a:pt x="4574" y="4433"/>
                  </a:cubicBezTo>
                  <a:cubicBezTo>
                    <a:pt x="4201" y="4433"/>
                    <a:pt x="4165" y="3322"/>
                    <a:pt x="4269" y="2756"/>
                  </a:cubicBezTo>
                  <a:cubicBezTo>
                    <a:pt x="4283" y="2681"/>
                    <a:pt x="4260" y="2648"/>
                    <a:pt x="4208" y="2648"/>
                  </a:cubicBezTo>
                  <a:cubicBezTo>
                    <a:pt x="3845" y="2648"/>
                    <a:pt x="2085" y="4335"/>
                    <a:pt x="2321" y="5085"/>
                  </a:cubicBezTo>
                  <a:cubicBezTo>
                    <a:pt x="2606" y="5940"/>
                    <a:pt x="2717" y="6526"/>
                    <a:pt x="2558" y="6606"/>
                  </a:cubicBezTo>
                  <a:cubicBezTo>
                    <a:pt x="2552" y="6608"/>
                    <a:pt x="2545" y="6609"/>
                    <a:pt x="2538" y="6609"/>
                  </a:cubicBezTo>
                  <a:cubicBezTo>
                    <a:pt x="2362" y="6609"/>
                    <a:pt x="2100" y="5871"/>
                    <a:pt x="2115" y="5322"/>
                  </a:cubicBezTo>
                  <a:cubicBezTo>
                    <a:pt x="2118" y="5256"/>
                    <a:pt x="2107" y="5225"/>
                    <a:pt x="2084" y="5225"/>
                  </a:cubicBezTo>
                  <a:cubicBezTo>
                    <a:pt x="1915" y="5225"/>
                    <a:pt x="1123" y="6944"/>
                    <a:pt x="1529" y="7699"/>
                  </a:cubicBezTo>
                  <a:cubicBezTo>
                    <a:pt x="1734" y="8103"/>
                    <a:pt x="1684" y="8316"/>
                    <a:pt x="1578" y="8316"/>
                  </a:cubicBezTo>
                  <a:cubicBezTo>
                    <a:pt x="1455" y="8316"/>
                    <a:pt x="1257" y="8032"/>
                    <a:pt x="1291" y="7429"/>
                  </a:cubicBezTo>
                  <a:cubicBezTo>
                    <a:pt x="1303" y="7209"/>
                    <a:pt x="1247" y="7112"/>
                    <a:pt x="1163" y="7112"/>
                  </a:cubicBezTo>
                  <a:cubicBezTo>
                    <a:pt x="817" y="7112"/>
                    <a:pt x="0" y="8741"/>
                    <a:pt x="1529" y="10154"/>
                  </a:cubicBezTo>
                  <a:cubicBezTo>
                    <a:pt x="1529" y="10154"/>
                    <a:pt x="3350" y="5940"/>
                    <a:pt x="6788" y="4879"/>
                  </a:cubicBezTo>
                  <a:cubicBezTo>
                    <a:pt x="7880" y="4537"/>
                    <a:pt x="9210" y="4428"/>
                    <a:pt x="10512" y="4428"/>
                  </a:cubicBezTo>
                  <a:cubicBezTo>
                    <a:pt x="12797" y="4428"/>
                    <a:pt x="14994" y="4763"/>
                    <a:pt x="15654" y="4763"/>
                  </a:cubicBezTo>
                  <a:cubicBezTo>
                    <a:pt x="15803" y="4763"/>
                    <a:pt x="15874" y="4746"/>
                    <a:pt x="15850" y="4704"/>
                  </a:cubicBezTo>
                  <a:cubicBezTo>
                    <a:pt x="15664" y="4378"/>
                    <a:pt x="14380" y="1675"/>
                    <a:pt x="13778" y="1675"/>
                  </a:cubicBezTo>
                  <a:cubicBezTo>
                    <a:pt x="13766" y="1675"/>
                    <a:pt x="13755" y="1676"/>
                    <a:pt x="13743" y="1679"/>
                  </a:cubicBezTo>
                  <a:cubicBezTo>
                    <a:pt x="13248" y="1770"/>
                    <a:pt x="12496" y="2471"/>
                    <a:pt x="12095" y="2471"/>
                  </a:cubicBezTo>
                  <a:cubicBezTo>
                    <a:pt x="12008" y="2471"/>
                    <a:pt x="11937" y="2439"/>
                    <a:pt x="11890" y="2360"/>
                  </a:cubicBezTo>
                  <a:cubicBezTo>
                    <a:pt x="11627" y="1942"/>
                    <a:pt x="13206" y="1313"/>
                    <a:pt x="13546" y="1313"/>
                  </a:cubicBezTo>
                  <a:cubicBezTo>
                    <a:pt x="13555" y="1313"/>
                    <a:pt x="13562" y="1313"/>
                    <a:pt x="13569" y="1314"/>
                  </a:cubicBezTo>
                  <a:cubicBezTo>
                    <a:pt x="13572" y="1314"/>
                    <a:pt x="13574" y="1315"/>
                    <a:pt x="13576" y="1315"/>
                  </a:cubicBezTo>
                  <a:cubicBezTo>
                    <a:pt x="13763" y="1315"/>
                    <a:pt x="11811" y="86"/>
                    <a:pt x="10906" y="86"/>
                  </a:cubicBezTo>
                  <a:cubicBezTo>
                    <a:pt x="10785" y="86"/>
                    <a:pt x="10682" y="108"/>
                    <a:pt x="10606" y="158"/>
                  </a:cubicBezTo>
                  <a:cubicBezTo>
                    <a:pt x="9973" y="601"/>
                    <a:pt x="9703" y="2170"/>
                    <a:pt x="9276" y="2217"/>
                  </a:cubicBezTo>
                  <a:cubicBezTo>
                    <a:pt x="9259" y="2220"/>
                    <a:pt x="9243" y="2221"/>
                    <a:pt x="9227" y="2221"/>
                  </a:cubicBezTo>
                  <a:cubicBezTo>
                    <a:pt x="8829" y="2221"/>
                    <a:pt x="8813" y="1447"/>
                    <a:pt x="9957" y="395"/>
                  </a:cubicBezTo>
                  <a:cubicBezTo>
                    <a:pt x="10265" y="116"/>
                    <a:pt x="10197" y="0"/>
                    <a:pt x="99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 name="Google Shape;103;p9"/>
            <p:cNvSpPr/>
            <p:nvPr/>
          </p:nvSpPr>
          <p:spPr>
            <a:xfrm>
              <a:off x="1051725" y="1108700"/>
              <a:ext cx="423275" cy="261100"/>
            </a:xfrm>
            <a:custGeom>
              <a:avLst/>
              <a:gdLst/>
              <a:ahLst/>
              <a:cxnLst/>
              <a:rect l="l" t="t" r="r" b="b"/>
              <a:pathLst>
                <a:path w="16931" h="10444" extrusionOk="0">
                  <a:moveTo>
                    <a:pt x="5607" y="1"/>
                  </a:moveTo>
                  <a:cubicBezTo>
                    <a:pt x="5103" y="1"/>
                    <a:pt x="4650" y="141"/>
                    <a:pt x="4408" y="522"/>
                  </a:cubicBezTo>
                  <a:cubicBezTo>
                    <a:pt x="3772" y="1520"/>
                    <a:pt x="3806" y="2041"/>
                    <a:pt x="3561" y="2041"/>
                  </a:cubicBezTo>
                  <a:cubicBezTo>
                    <a:pt x="3506" y="2041"/>
                    <a:pt x="3438" y="2015"/>
                    <a:pt x="3346" y="1964"/>
                  </a:cubicBezTo>
                  <a:cubicBezTo>
                    <a:pt x="2839" y="1678"/>
                    <a:pt x="3552" y="649"/>
                    <a:pt x="4043" y="253"/>
                  </a:cubicBezTo>
                  <a:cubicBezTo>
                    <a:pt x="4160" y="162"/>
                    <a:pt x="3991" y="98"/>
                    <a:pt x="3669" y="98"/>
                  </a:cubicBezTo>
                  <a:cubicBezTo>
                    <a:pt x="2630" y="98"/>
                    <a:pt x="0" y="766"/>
                    <a:pt x="194" y="3389"/>
                  </a:cubicBezTo>
                  <a:cubicBezTo>
                    <a:pt x="1068" y="3185"/>
                    <a:pt x="1955" y="3084"/>
                    <a:pt x="2839" y="3084"/>
                  </a:cubicBezTo>
                  <a:cubicBezTo>
                    <a:pt x="4967" y="3084"/>
                    <a:pt x="7071" y="3669"/>
                    <a:pt x="8907" y="4799"/>
                  </a:cubicBezTo>
                  <a:cubicBezTo>
                    <a:pt x="13264" y="7493"/>
                    <a:pt x="15466" y="10281"/>
                    <a:pt x="16210" y="10439"/>
                  </a:cubicBezTo>
                  <a:cubicBezTo>
                    <a:pt x="16224" y="10442"/>
                    <a:pt x="16238" y="10444"/>
                    <a:pt x="16251" y="10444"/>
                  </a:cubicBezTo>
                  <a:cubicBezTo>
                    <a:pt x="16931" y="10444"/>
                    <a:pt x="15865" y="6367"/>
                    <a:pt x="14325" y="4657"/>
                  </a:cubicBezTo>
                  <a:cubicBezTo>
                    <a:pt x="14325" y="4657"/>
                    <a:pt x="12374" y="5172"/>
                    <a:pt x="11572" y="5172"/>
                  </a:cubicBezTo>
                  <a:cubicBezTo>
                    <a:pt x="11409" y="5172"/>
                    <a:pt x="11294" y="5151"/>
                    <a:pt x="11252" y="5100"/>
                  </a:cubicBezTo>
                  <a:cubicBezTo>
                    <a:pt x="11014" y="4783"/>
                    <a:pt x="13977" y="4229"/>
                    <a:pt x="13977" y="4229"/>
                  </a:cubicBezTo>
                  <a:cubicBezTo>
                    <a:pt x="13977" y="4229"/>
                    <a:pt x="12472" y="3041"/>
                    <a:pt x="9826" y="2296"/>
                  </a:cubicBezTo>
                  <a:cubicBezTo>
                    <a:pt x="9826" y="2296"/>
                    <a:pt x="8124" y="3078"/>
                    <a:pt x="7576" y="3078"/>
                  </a:cubicBezTo>
                  <a:cubicBezTo>
                    <a:pt x="7510" y="3078"/>
                    <a:pt x="7461" y="3066"/>
                    <a:pt x="7434" y="3041"/>
                  </a:cubicBezTo>
                  <a:cubicBezTo>
                    <a:pt x="7180" y="2803"/>
                    <a:pt x="9382" y="1932"/>
                    <a:pt x="9382" y="1932"/>
                  </a:cubicBezTo>
                  <a:cubicBezTo>
                    <a:pt x="9382" y="1932"/>
                    <a:pt x="8777" y="1368"/>
                    <a:pt x="8348" y="1368"/>
                  </a:cubicBezTo>
                  <a:cubicBezTo>
                    <a:pt x="8317" y="1368"/>
                    <a:pt x="8287" y="1371"/>
                    <a:pt x="8257" y="1377"/>
                  </a:cubicBezTo>
                  <a:cubicBezTo>
                    <a:pt x="7890" y="1459"/>
                    <a:pt x="7018" y="2255"/>
                    <a:pt x="6459" y="2255"/>
                  </a:cubicBezTo>
                  <a:cubicBezTo>
                    <a:pt x="6368" y="2255"/>
                    <a:pt x="6285" y="2234"/>
                    <a:pt x="6214" y="2185"/>
                  </a:cubicBezTo>
                  <a:cubicBezTo>
                    <a:pt x="5723" y="1837"/>
                    <a:pt x="7798" y="1346"/>
                    <a:pt x="7956" y="950"/>
                  </a:cubicBezTo>
                  <a:cubicBezTo>
                    <a:pt x="8065" y="677"/>
                    <a:pt x="6714" y="1"/>
                    <a:pt x="56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 name="Google Shape;104;p9"/>
            <p:cNvSpPr/>
            <p:nvPr/>
          </p:nvSpPr>
          <p:spPr>
            <a:xfrm>
              <a:off x="1056550" y="1167875"/>
              <a:ext cx="272125" cy="283425"/>
            </a:xfrm>
            <a:custGeom>
              <a:avLst/>
              <a:gdLst/>
              <a:ahLst/>
              <a:cxnLst/>
              <a:rect l="l" t="t" r="r" b="b"/>
              <a:pathLst>
                <a:path w="10885" h="11337" extrusionOk="0">
                  <a:moveTo>
                    <a:pt x="1586" y="1"/>
                  </a:moveTo>
                  <a:cubicBezTo>
                    <a:pt x="897" y="1"/>
                    <a:pt x="50" y="242"/>
                    <a:pt x="1" y="1022"/>
                  </a:cubicBezTo>
                  <a:cubicBezTo>
                    <a:pt x="1" y="1022"/>
                    <a:pt x="2931" y="1292"/>
                    <a:pt x="6195" y="4920"/>
                  </a:cubicBezTo>
                  <a:cubicBezTo>
                    <a:pt x="9456" y="8527"/>
                    <a:pt x="9756" y="11336"/>
                    <a:pt x="10320" y="11336"/>
                  </a:cubicBezTo>
                  <a:cubicBezTo>
                    <a:pt x="10324" y="11336"/>
                    <a:pt x="10327" y="11336"/>
                    <a:pt x="10330" y="11336"/>
                  </a:cubicBezTo>
                  <a:cubicBezTo>
                    <a:pt x="10884" y="11288"/>
                    <a:pt x="10774" y="6932"/>
                    <a:pt x="10377" y="6314"/>
                  </a:cubicBezTo>
                  <a:cubicBezTo>
                    <a:pt x="9981" y="5696"/>
                    <a:pt x="8445" y="6219"/>
                    <a:pt x="8255" y="5633"/>
                  </a:cubicBezTo>
                  <a:cubicBezTo>
                    <a:pt x="8204" y="5474"/>
                    <a:pt x="8310" y="5419"/>
                    <a:pt x="8494" y="5419"/>
                  </a:cubicBezTo>
                  <a:cubicBezTo>
                    <a:pt x="8917" y="5419"/>
                    <a:pt x="9752" y="5711"/>
                    <a:pt x="10049" y="5711"/>
                  </a:cubicBezTo>
                  <a:cubicBezTo>
                    <a:pt x="10113" y="5711"/>
                    <a:pt x="10152" y="5697"/>
                    <a:pt x="10156" y="5664"/>
                  </a:cubicBezTo>
                  <a:cubicBezTo>
                    <a:pt x="10187" y="5427"/>
                    <a:pt x="9506" y="3304"/>
                    <a:pt x="7827" y="3019"/>
                  </a:cubicBezTo>
                  <a:cubicBezTo>
                    <a:pt x="6163" y="2733"/>
                    <a:pt x="5609" y="2670"/>
                    <a:pt x="5704" y="2480"/>
                  </a:cubicBezTo>
                  <a:cubicBezTo>
                    <a:pt x="5738" y="2406"/>
                    <a:pt x="5906" y="2381"/>
                    <a:pt x="6130" y="2381"/>
                  </a:cubicBezTo>
                  <a:cubicBezTo>
                    <a:pt x="6529" y="2381"/>
                    <a:pt x="7106" y="2460"/>
                    <a:pt x="7431" y="2480"/>
                  </a:cubicBezTo>
                  <a:cubicBezTo>
                    <a:pt x="7434" y="2480"/>
                    <a:pt x="7438" y="2480"/>
                    <a:pt x="7441" y="2480"/>
                  </a:cubicBezTo>
                  <a:cubicBezTo>
                    <a:pt x="7850" y="2480"/>
                    <a:pt x="7215" y="1677"/>
                    <a:pt x="6400" y="1677"/>
                  </a:cubicBezTo>
                  <a:cubicBezTo>
                    <a:pt x="6251" y="1677"/>
                    <a:pt x="6097" y="1704"/>
                    <a:pt x="5942" y="1767"/>
                  </a:cubicBezTo>
                  <a:cubicBezTo>
                    <a:pt x="5385" y="1981"/>
                    <a:pt x="5023" y="2112"/>
                    <a:pt x="4840" y="2112"/>
                  </a:cubicBezTo>
                  <a:cubicBezTo>
                    <a:pt x="4685" y="2112"/>
                    <a:pt x="4659" y="2017"/>
                    <a:pt x="4753" y="1799"/>
                  </a:cubicBezTo>
                  <a:cubicBezTo>
                    <a:pt x="4943" y="1323"/>
                    <a:pt x="6971" y="1403"/>
                    <a:pt x="6813" y="1133"/>
                  </a:cubicBezTo>
                  <a:cubicBezTo>
                    <a:pt x="6681" y="942"/>
                    <a:pt x="5158" y="235"/>
                    <a:pt x="4113" y="235"/>
                  </a:cubicBezTo>
                  <a:cubicBezTo>
                    <a:pt x="3775" y="235"/>
                    <a:pt x="3486" y="310"/>
                    <a:pt x="3312" y="500"/>
                  </a:cubicBezTo>
                  <a:cubicBezTo>
                    <a:pt x="3046" y="782"/>
                    <a:pt x="2746" y="886"/>
                    <a:pt x="2511" y="886"/>
                  </a:cubicBezTo>
                  <a:cubicBezTo>
                    <a:pt x="2114" y="886"/>
                    <a:pt x="1903" y="592"/>
                    <a:pt x="2361" y="373"/>
                  </a:cubicBezTo>
                  <a:cubicBezTo>
                    <a:pt x="2708" y="199"/>
                    <a:pt x="2212" y="1"/>
                    <a:pt x="15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 name="Google Shape;105;p9"/>
            <p:cNvSpPr/>
            <p:nvPr/>
          </p:nvSpPr>
          <p:spPr>
            <a:xfrm>
              <a:off x="1045450" y="1185100"/>
              <a:ext cx="445600" cy="646000"/>
            </a:xfrm>
            <a:custGeom>
              <a:avLst/>
              <a:gdLst/>
              <a:ahLst/>
              <a:cxnLst/>
              <a:rect l="l" t="t" r="r" b="b"/>
              <a:pathLst>
                <a:path w="17824" h="25840" extrusionOk="0">
                  <a:moveTo>
                    <a:pt x="904" y="1"/>
                  </a:moveTo>
                  <a:lnTo>
                    <a:pt x="1" y="333"/>
                  </a:lnTo>
                  <a:cubicBezTo>
                    <a:pt x="1" y="333"/>
                    <a:pt x="1015" y="3233"/>
                    <a:pt x="6180" y="9237"/>
                  </a:cubicBezTo>
                  <a:cubicBezTo>
                    <a:pt x="12184" y="16192"/>
                    <a:pt x="14085" y="25840"/>
                    <a:pt x="14085" y="25840"/>
                  </a:cubicBezTo>
                  <a:lnTo>
                    <a:pt x="17824" y="24462"/>
                  </a:lnTo>
                  <a:cubicBezTo>
                    <a:pt x="16461" y="21166"/>
                    <a:pt x="13198" y="13277"/>
                    <a:pt x="7590" y="8191"/>
                  </a:cubicBezTo>
                  <a:cubicBezTo>
                    <a:pt x="1284" y="2456"/>
                    <a:pt x="904" y="1"/>
                    <a:pt x="9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6" name="Google Shape;106;p9"/>
          <p:cNvGrpSpPr/>
          <p:nvPr/>
        </p:nvGrpSpPr>
        <p:grpSpPr>
          <a:xfrm>
            <a:off x="7073188" y="3939935"/>
            <a:ext cx="5124000" cy="2918064"/>
            <a:chOff x="5304891" y="2954951"/>
            <a:chExt cx="3843000" cy="2188548"/>
          </a:xfrm>
        </p:grpSpPr>
        <p:sp>
          <p:nvSpPr>
            <p:cNvPr id="107" name="Google Shape;107;p9"/>
            <p:cNvSpPr/>
            <p:nvPr/>
          </p:nvSpPr>
          <p:spPr>
            <a:xfrm flipH="1">
              <a:off x="5304891" y="2954951"/>
              <a:ext cx="3843000" cy="2188447"/>
            </a:xfrm>
            <a:custGeom>
              <a:avLst/>
              <a:gdLst/>
              <a:ahLst/>
              <a:cxnLst/>
              <a:rect l="l" t="t" r="r" b="b"/>
              <a:pathLst>
                <a:path w="36343" h="20696" extrusionOk="0">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 name="Google Shape;108;p9"/>
            <p:cNvSpPr/>
            <p:nvPr/>
          </p:nvSpPr>
          <p:spPr>
            <a:xfrm>
              <a:off x="7989252" y="43527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9" name="Google Shape;109;p9"/>
          <p:cNvSpPr/>
          <p:nvPr/>
        </p:nvSpPr>
        <p:spPr>
          <a:xfrm flipH="1">
            <a:off x="-361464" y="-202100"/>
            <a:ext cx="2794989" cy="1028565"/>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0" name="Google Shape;110;p9"/>
          <p:cNvSpPr/>
          <p:nvPr/>
        </p:nvSpPr>
        <p:spPr>
          <a:xfrm>
            <a:off x="4751167" y="351367"/>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11" name="Google Shape;111;p9"/>
          <p:cNvGrpSpPr/>
          <p:nvPr/>
        </p:nvGrpSpPr>
        <p:grpSpPr>
          <a:xfrm>
            <a:off x="-43" y="5111399"/>
            <a:ext cx="4198632" cy="1746629"/>
            <a:chOff x="-32" y="3833549"/>
            <a:chExt cx="3148974" cy="1309972"/>
          </a:xfrm>
        </p:grpSpPr>
        <p:sp>
          <p:nvSpPr>
            <p:cNvPr id="112" name="Google Shape;112;p9"/>
            <p:cNvSpPr/>
            <p:nvPr/>
          </p:nvSpPr>
          <p:spPr>
            <a:xfrm flipH="1">
              <a:off x="-32" y="3833549"/>
              <a:ext cx="3148974" cy="1309972"/>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 name="Google Shape;113;p9"/>
            <p:cNvSpPr/>
            <p:nvPr/>
          </p:nvSpPr>
          <p:spPr>
            <a:xfrm flipH="1">
              <a:off x="832257" y="4608506"/>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4" name="Google Shape;114;p9"/>
          <p:cNvSpPr/>
          <p:nvPr/>
        </p:nvSpPr>
        <p:spPr>
          <a:xfrm flipH="1">
            <a:off x="2875699" y="969036"/>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5" name="Google Shape;115;p9"/>
          <p:cNvSpPr/>
          <p:nvPr/>
        </p:nvSpPr>
        <p:spPr>
          <a:xfrm>
            <a:off x="8410249" y="3429015"/>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6" name="Google Shape;116;p9"/>
          <p:cNvSpPr txBox="1">
            <a:spLocks noGrp="1"/>
          </p:cNvSpPr>
          <p:nvPr>
            <p:ph type="title"/>
          </p:nvPr>
        </p:nvSpPr>
        <p:spPr>
          <a:xfrm>
            <a:off x="960000" y="1902300"/>
            <a:ext cx="5891600" cy="966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17" name="Google Shape;117;p9"/>
          <p:cNvSpPr txBox="1">
            <a:spLocks noGrp="1"/>
          </p:cNvSpPr>
          <p:nvPr>
            <p:ph type="subTitle" idx="1"/>
          </p:nvPr>
        </p:nvSpPr>
        <p:spPr>
          <a:xfrm>
            <a:off x="953467" y="2868900"/>
            <a:ext cx="6538800" cy="208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5317786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8"/>
        <p:cNvGrpSpPr/>
        <p:nvPr/>
      </p:nvGrpSpPr>
      <p:grpSpPr>
        <a:xfrm>
          <a:off x="0" y="0"/>
          <a:ext cx="0" cy="0"/>
          <a:chOff x="0" y="0"/>
          <a:chExt cx="0" cy="0"/>
        </a:xfrm>
      </p:grpSpPr>
      <p:sp>
        <p:nvSpPr>
          <p:cNvPr id="119" name="Google Shape;119;p10"/>
          <p:cNvSpPr/>
          <p:nvPr/>
        </p:nvSpPr>
        <p:spPr>
          <a:xfrm rot="10800000">
            <a:off x="-12979" y="-34937"/>
            <a:ext cx="4115181" cy="171363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20" name="Google Shape;120;p10"/>
          <p:cNvGrpSpPr/>
          <p:nvPr/>
        </p:nvGrpSpPr>
        <p:grpSpPr>
          <a:xfrm>
            <a:off x="6636768" y="4547034"/>
            <a:ext cx="5555233" cy="2310975"/>
            <a:chOff x="4977575" y="3410275"/>
            <a:chExt cx="4166425" cy="1733231"/>
          </a:xfrm>
        </p:grpSpPr>
        <p:sp>
          <p:nvSpPr>
            <p:cNvPr id="121" name="Google Shape;121;p10"/>
            <p:cNvSpPr/>
            <p:nvPr/>
          </p:nvSpPr>
          <p:spPr>
            <a:xfrm>
              <a:off x="4977575" y="3410275"/>
              <a:ext cx="4166425" cy="1733231"/>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 name="Google Shape;122;p10"/>
            <p:cNvSpPr/>
            <p:nvPr/>
          </p:nvSpPr>
          <p:spPr>
            <a:xfrm>
              <a:off x="7621291" y="421314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23" name="Google Shape;123;p10"/>
          <p:cNvSpPr/>
          <p:nvPr/>
        </p:nvSpPr>
        <p:spPr>
          <a:xfrm flipH="1">
            <a:off x="9384175" y="486100"/>
            <a:ext cx="1735628" cy="1583056"/>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4" name="Google Shape;124;p10"/>
          <p:cNvSpPr/>
          <p:nvPr/>
        </p:nvSpPr>
        <p:spPr>
          <a:xfrm flipH="1">
            <a:off x="8381311" y="54266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5" name="Google Shape;125;p10"/>
          <p:cNvSpPr/>
          <p:nvPr/>
        </p:nvSpPr>
        <p:spPr>
          <a:xfrm flipH="1">
            <a:off x="5742835" y="894069"/>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6" name="Google Shape;126;p10"/>
          <p:cNvSpPr/>
          <p:nvPr/>
        </p:nvSpPr>
        <p:spPr>
          <a:xfrm flipH="1">
            <a:off x="10378803" y="30764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7" name="Google Shape;127;p10"/>
          <p:cNvSpPr/>
          <p:nvPr/>
        </p:nvSpPr>
        <p:spPr>
          <a:xfrm>
            <a:off x="2385849" y="5682948"/>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8" name="Google Shape;128;p10"/>
          <p:cNvSpPr txBox="1">
            <a:spLocks noGrp="1"/>
          </p:cNvSpPr>
          <p:nvPr>
            <p:ph type="title"/>
          </p:nvPr>
        </p:nvSpPr>
        <p:spPr>
          <a:xfrm>
            <a:off x="953467" y="1994200"/>
            <a:ext cx="3288800" cy="2869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sz="46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129" name="Google Shape;129;p10"/>
          <p:cNvSpPr/>
          <p:nvPr/>
        </p:nvSpPr>
        <p:spPr>
          <a:xfrm>
            <a:off x="-268549" y="5795151"/>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20988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30"/>
        <p:cNvGrpSpPr/>
        <p:nvPr/>
      </p:nvGrpSpPr>
      <p:grpSpPr>
        <a:xfrm>
          <a:off x="0" y="0"/>
          <a:ext cx="0" cy="0"/>
          <a:chOff x="0" y="0"/>
          <a:chExt cx="0" cy="0"/>
        </a:xfrm>
      </p:grpSpPr>
      <p:grpSp>
        <p:nvGrpSpPr>
          <p:cNvPr id="131" name="Google Shape;131;p11"/>
          <p:cNvGrpSpPr/>
          <p:nvPr/>
        </p:nvGrpSpPr>
        <p:grpSpPr>
          <a:xfrm flipH="1">
            <a:off x="5880560" y="4231533"/>
            <a:ext cx="6311441" cy="2626467"/>
            <a:chOff x="-6" y="3326050"/>
            <a:chExt cx="4733581" cy="1969850"/>
          </a:xfrm>
        </p:grpSpPr>
        <p:sp>
          <p:nvSpPr>
            <p:cNvPr id="132" name="Google Shape;132;p11"/>
            <p:cNvSpPr/>
            <p:nvPr/>
          </p:nvSpPr>
          <p:spPr>
            <a:xfrm flipH="1">
              <a:off x="-6" y="3326050"/>
              <a:ext cx="4733581" cy="1969850"/>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 name="Google Shape;133;p11"/>
            <p:cNvSpPr/>
            <p:nvPr/>
          </p:nvSpPr>
          <p:spPr>
            <a:xfrm flipH="1">
              <a:off x="1072366" y="42754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4" name="Google Shape;134;p11"/>
          <p:cNvGrpSpPr/>
          <p:nvPr/>
        </p:nvGrpSpPr>
        <p:grpSpPr>
          <a:xfrm rot="-337720" flipH="1">
            <a:off x="-849352" y="347826"/>
            <a:ext cx="3351811" cy="3805492"/>
            <a:chOff x="652975" y="879525"/>
            <a:chExt cx="838075" cy="951575"/>
          </a:xfrm>
        </p:grpSpPr>
        <p:sp>
          <p:nvSpPr>
            <p:cNvPr id="135" name="Google Shape;135;p11"/>
            <p:cNvSpPr/>
            <p:nvPr/>
          </p:nvSpPr>
          <p:spPr>
            <a:xfrm>
              <a:off x="653750" y="1109175"/>
              <a:ext cx="361625" cy="332250"/>
            </a:xfrm>
            <a:custGeom>
              <a:avLst/>
              <a:gdLst/>
              <a:ahLst/>
              <a:cxnLst/>
              <a:rect l="l" t="t" r="r" b="b"/>
              <a:pathLst>
                <a:path w="14465" h="13290" extrusionOk="0">
                  <a:moveTo>
                    <a:pt x="10359" y="0"/>
                  </a:moveTo>
                  <a:cubicBezTo>
                    <a:pt x="9828" y="0"/>
                    <a:pt x="9234" y="108"/>
                    <a:pt x="8572" y="360"/>
                  </a:cubicBezTo>
                  <a:cubicBezTo>
                    <a:pt x="8572" y="360"/>
                    <a:pt x="10789" y="2214"/>
                    <a:pt x="10504" y="2325"/>
                  </a:cubicBezTo>
                  <a:cubicBezTo>
                    <a:pt x="10497" y="2327"/>
                    <a:pt x="10488" y="2328"/>
                    <a:pt x="10479" y="2328"/>
                  </a:cubicBezTo>
                  <a:cubicBezTo>
                    <a:pt x="10127" y="2328"/>
                    <a:pt x="8476" y="758"/>
                    <a:pt x="7596" y="758"/>
                  </a:cubicBezTo>
                  <a:cubicBezTo>
                    <a:pt x="7549" y="758"/>
                    <a:pt x="7505" y="763"/>
                    <a:pt x="7463" y="772"/>
                  </a:cubicBezTo>
                  <a:cubicBezTo>
                    <a:pt x="6607" y="946"/>
                    <a:pt x="6354" y="1184"/>
                    <a:pt x="6354" y="1184"/>
                  </a:cubicBezTo>
                  <a:cubicBezTo>
                    <a:pt x="6354" y="1184"/>
                    <a:pt x="9966" y="2515"/>
                    <a:pt x="9348" y="3006"/>
                  </a:cubicBezTo>
                  <a:cubicBezTo>
                    <a:pt x="9284" y="3057"/>
                    <a:pt x="9204" y="3079"/>
                    <a:pt x="9111" y="3079"/>
                  </a:cubicBezTo>
                  <a:cubicBezTo>
                    <a:pt x="8382" y="3079"/>
                    <a:pt x="6839" y="1702"/>
                    <a:pt x="5813" y="1702"/>
                  </a:cubicBezTo>
                  <a:cubicBezTo>
                    <a:pt x="5701" y="1702"/>
                    <a:pt x="5596" y="1718"/>
                    <a:pt x="5498" y="1754"/>
                  </a:cubicBezTo>
                  <a:cubicBezTo>
                    <a:pt x="4389" y="2166"/>
                    <a:pt x="1759" y="3941"/>
                    <a:pt x="1759" y="3941"/>
                  </a:cubicBezTo>
                  <a:cubicBezTo>
                    <a:pt x="1759" y="3941"/>
                    <a:pt x="5641" y="4701"/>
                    <a:pt x="5213" y="5145"/>
                  </a:cubicBezTo>
                  <a:cubicBezTo>
                    <a:pt x="5153" y="5202"/>
                    <a:pt x="5042" y="5226"/>
                    <a:pt x="4892" y="5226"/>
                  </a:cubicBezTo>
                  <a:cubicBezTo>
                    <a:pt x="4179" y="5226"/>
                    <a:pt x="2597" y="4688"/>
                    <a:pt x="1619" y="4688"/>
                  </a:cubicBezTo>
                  <a:cubicBezTo>
                    <a:pt x="1272" y="4688"/>
                    <a:pt x="1001" y="4756"/>
                    <a:pt x="872" y="4939"/>
                  </a:cubicBezTo>
                  <a:cubicBezTo>
                    <a:pt x="286" y="5747"/>
                    <a:pt x="1" y="8186"/>
                    <a:pt x="1" y="8186"/>
                  </a:cubicBezTo>
                  <a:cubicBezTo>
                    <a:pt x="1" y="8186"/>
                    <a:pt x="1515" y="7492"/>
                    <a:pt x="2171" y="7492"/>
                  </a:cubicBezTo>
                  <a:cubicBezTo>
                    <a:pt x="2319" y="7492"/>
                    <a:pt x="2424" y="7528"/>
                    <a:pt x="2456" y="7616"/>
                  </a:cubicBezTo>
                  <a:cubicBezTo>
                    <a:pt x="2631" y="8076"/>
                    <a:pt x="460" y="8884"/>
                    <a:pt x="365" y="9185"/>
                  </a:cubicBezTo>
                  <a:cubicBezTo>
                    <a:pt x="286" y="9470"/>
                    <a:pt x="1601" y="11450"/>
                    <a:pt x="1791" y="13050"/>
                  </a:cubicBezTo>
                  <a:cubicBezTo>
                    <a:pt x="1810" y="13214"/>
                    <a:pt x="1833" y="13290"/>
                    <a:pt x="1863" y="13290"/>
                  </a:cubicBezTo>
                  <a:cubicBezTo>
                    <a:pt x="2125" y="13290"/>
                    <a:pt x="2954" y="7541"/>
                    <a:pt x="7304" y="5224"/>
                  </a:cubicBezTo>
                  <a:cubicBezTo>
                    <a:pt x="10379" y="3586"/>
                    <a:pt x="12013" y="3287"/>
                    <a:pt x="12798" y="3287"/>
                  </a:cubicBezTo>
                  <a:cubicBezTo>
                    <a:pt x="13250" y="3287"/>
                    <a:pt x="13419" y="3386"/>
                    <a:pt x="13419" y="3386"/>
                  </a:cubicBezTo>
                  <a:lnTo>
                    <a:pt x="11994" y="4036"/>
                  </a:lnTo>
                  <a:lnTo>
                    <a:pt x="14465" y="3861"/>
                  </a:lnTo>
                  <a:cubicBezTo>
                    <a:pt x="14465" y="3861"/>
                    <a:pt x="13535" y="0"/>
                    <a:pt x="10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 name="Google Shape;136;p11"/>
            <p:cNvSpPr/>
            <p:nvPr/>
          </p:nvSpPr>
          <p:spPr>
            <a:xfrm>
              <a:off x="871200" y="1180350"/>
              <a:ext cx="172300" cy="472975"/>
            </a:xfrm>
            <a:custGeom>
              <a:avLst/>
              <a:gdLst/>
              <a:ahLst/>
              <a:cxnLst/>
              <a:rect l="l" t="t" r="r" b="b"/>
              <a:pathLst>
                <a:path w="6892" h="18919" extrusionOk="0">
                  <a:moveTo>
                    <a:pt x="6106" y="0"/>
                  </a:moveTo>
                  <a:cubicBezTo>
                    <a:pt x="5666" y="0"/>
                    <a:pt x="3360" y="39"/>
                    <a:pt x="2630" y="840"/>
                  </a:cubicBezTo>
                  <a:cubicBezTo>
                    <a:pt x="1822" y="1727"/>
                    <a:pt x="1078" y="3502"/>
                    <a:pt x="1078" y="3502"/>
                  </a:cubicBezTo>
                  <a:cubicBezTo>
                    <a:pt x="1078" y="3502"/>
                    <a:pt x="2540" y="3060"/>
                    <a:pt x="3222" y="3060"/>
                  </a:cubicBezTo>
                  <a:cubicBezTo>
                    <a:pt x="3435" y="3060"/>
                    <a:pt x="3572" y="3103"/>
                    <a:pt x="3565" y="3217"/>
                  </a:cubicBezTo>
                  <a:cubicBezTo>
                    <a:pt x="3549" y="3692"/>
                    <a:pt x="777" y="3581"/>
                    <a:pt x="745" y="4801"/>
                  </a:cubicBezTo>
                  <a:cubicBezTo>
                    <a:pt x="761" y="5403"/>
                    <a:pt x="697" y="6005"/>
                    <a:pt x="571" y="6591"/>
                  </a:cubicBezTo>
                  <a:cubicBezTo>
                    <a:pt x="571" y="6591"/>
                    <a:pt x="3212" y="4784"/>
                    <a:pt x="3832" y="4784"/>
                  </a:cubicBezTo>
                  <a:cubicBezTo>
                    <a:pt x="3911" y="4784"/>
                    <a:pt x="3957" y="4814"/>
                    <a:pt x="3961" y="4880"/>
                  </a:cubicBezTo>
                  <a:cubicBezTo>
                    <a:pt x="3993" y="5466"/>
                    <a:pt x="681" y="7146"/>
                    <a:pt x="396" y="7985"/>
                  </a:cubicBezTo>
                  <a:cubicBezTo>
                    <a:pt x="111" y="8825"/>
                    <a:pt x="0" y="11993"/>
                    <a:pt x="444" y="13166"/>
                  </a:cubicBezTo>
                  <a:cubicBezTo>
                    <a:pt x="486" y="13282"/>
                    <a:pt x="539" y="13333"/>
                    <a:pt x="601" y="13333"/>
                  </a:cubicBezTo>
                  <a:cubicBezTo>
                    <a:pt x="1100" y="13333"/>
                    <a:pt x="2182" y="10016"/>
                    <a:pt x="2930" y="10016"/>
                  </a:cubicBezTo>
                  <a:cubicBezTo>
                    <a:pt x="3033" y="10016"/>
                    <a:pt x="3129" y="10078"/>
                    <a:pt x="3216" y="10219"/>
                  </a:cubicBezTo>
                  <a:cubicBezTo>
                    <a:pt x="4024" y="11518"/>
                    <a:pt x="507" y="12611"/>
                    <a:pt x="1188" y="14497"/>
                  </a:cubicBezTo>
                  <a:cubicBezTo>
                    <a:pt x="1886" y="16366"/>
                    <a:pt x="4278" y="18758"/>
                    <a:pt x="5117" y="18917"/>
                  </a:cubicBezTo>
                  <a:cubicBezTo>
                    <a:pt x="5125" y="18918"/>
                    <a:pt x="5132" y="18919"/>
                    <a:pt x="5139" y="18919"/>
                  </a:cubicBezTo>
                  <a:cubicBezTo>
                    <a:pt x="5884" y="18919"/>
                    <a:pt x="2871" y="10637"/>
                    <a:pt x="4864" y="6211"/>
                  </a:cubicBezTo>
                  <a:cubicBezTo>
                    <a:pt x="6892" y="1727"/>
                    <a:pt x="6179" y="1"/>
                    <a:pt x="6179" y="1"/>
                  </a:cubicBezTo>
                  <a:cubicBezTo>
                    <a:pt x="6179" y="1"/>
                    <a:pt x="6153"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 name="Google Shape;137;p11"/>
            <p:cNvSpPr/>
            <p:nvPr/>
          </p:nvSpPr>
          <p:spPr>
            <a:xfrm>
              <a:off x="974175" y="1171250"/>
              <a:ext cx="207950" cy="334625"/>
            </a:xfrm>
            <a:custGeom>
              <a:avLst/>
              <a:gdLst/>
              <a:ahLst/>
              <a:cxnLst/>
              <a:rect l="l" t="t" r="r" b="b"/>
              <a:pathLst>
                <a:path w="8318" h="13385" extrusionOk="0">
                  <a:moveTo>
                    <a:pt x="3216" y="0"/>
                  </a:moveTo>
                  <a:cubicBezTo>
                    <a:pt x="3216" y="0"/>
                    <a:pt x="0" y="143"/>
                    <a:pt x="634" y="4959"/>
                  </a:cubicBezTo>
                  <a:cubicBezTo>
                    <a:pt x="634" y="4959"/>
                    <a:pt x="1813" y="3887"/>
                    <a:pt x="2249" y="3887"/>
                  </a:cubicBezTo>
                  <a:cubicBezTo>
                    <a:pt x="2287" y="3887"/>
                    <a:pt x="2320" y="3895"/>
                    <a:pt x="2345" y="3913"/>
                  </a:cubicBezTo>
                  <a:cubicBezTo>
                    <a:pt x="2662" y="4135"/>
                    <a:pt x="808" y="4674"/>
                    <a:pt x="888" y="5640"/>
                  </a:cubicBezTo>
                  <a:cubicBezTo>
                    <a:pt x="983" y="6607"/>
                    <a:pt x="1030" y="7129"/>
                    <a:pt x="1030" y="7129"/>
                  </a:cubicBezTo>
                  <a:cubicBezTo>
                    <a:pt x="1030" y="7129"/>
                    <a:pt x="2246" y="4952"/>
                    <a:pt x="2661" y="4952"/>
                  </a:cubicBezTo>
                  <a:cubicBezTo>
                    <a:pt x="2685" y="4952"/>
                    <a:pt x="2707" y="4959"/>
                    <a:pt x="2725" y="4975"/>
                  </a:cubicBezTo>
                  <a:cubicBezTo>
                    <a:pt x="3074" y="5244"/>
                    <a:pt x="1442" y="7177"/>
                    <a:pt x="1394" y="8127"/>
                  </a:cubicBezTo>
                  <a:cubicBezTo>
                    <a:pt x="1347" y="9078"/>
                    <a:pt x="2393" y="10821"/>
                    <a:pt x="2393" y="10821"/>
                  </a:cubicBezTo>
                  <a:cubicBezTo>
                    <a:pt x="2393" y="10821"/>
                    <a:pt x="3521" y="8646"/>
                    <a:pt x="3854" y="8646"/>
                  </a:cubicBezTo>
                  <a:cubicBezTo>
                    <a:pt x="3878" y="8646"/>
                    <a:pt x="3898" y="8657"/>
                    <a:pt x="3913" y="8682"/>
                  </a:cubicBezTo>
                  <a:cubicBezTo>
                    <a:pt x="4135" y="9046"/>
                    <a:pt x="2662" y="10456"/>
                    <a:pt x="3042" y="11518"/>
                  </a:cubicBezTo>
                  <a:cubicBezTo>
                    <a:pt x="3389" y="12433"/>
                    <a:pt x="5726" y="13385"/>
                    <a:pt x="6930" y="13385"/>
                  </a:cubicBezTo>
                  <a:cubicBezTo>
                    <a:pt x="7102" y="13385"/>
                    <a:pt x="7251" y="13365"/>
                    <a:pt x="7367" y="13324"/>
                  </a:cubicBezTo>
                  <a:cubicBezTo>
                    <a:pt x="8318" y="12975"/>
                    <a:pt x="4389" y="8286"/>
                    <a:pt x="3834" y="5894"/>
                  </a:cubicBezTo>
                  <a:cubicBezTo>
                    <a:pt x="3296" y="3501"/>
                    <a:pt x="3216" y="0"/>
                    <a:pt x="32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8" name="Google Shape;138;p11"/>
            <p:cNvSpPr/>
            <p:nvPr/>
          </p:nvSpPr>
          <p:spPr>
            <a:xfrm>
              <a:off x="652975" y="1026200"/>
              <a:ext cx="389350" cy="176350"/>
            </a:xfrm>
            <a:custGeom>
              <a:avLst/>
              <a:gdLst/>
              <a:ahLst/>
              <a:cxnLst/>
              <a:rect l="l" t="t" r="r" b="b"/>
              <a:pathLst>
                <a:path w="15574" h="7054" extrusionOk="0">
                  <a:moveTo>
                    <a:pt x="5673" y="0"/>
                  </a:moveTo>
                  <a:cubicBezTo>
                    <a:pt x="5394" y="0"/>
                    <a:pt x="5116" y="66"/>
                    <a:pt x="4848" y="226"/>
                  </a:cubicBezTo>
                  <a:cubicBezTo>
                    <a:pt x="4848" y="226"/>
                    <a:pt x="6844" y="1445"/>
                    <a:pt x="6305" y="1794"/>
                  </a:cubicBezTo>
                  <a:cubicBezTo>
                    <a:pt x="6262" y="1821"/>
                    <a:pt x="6212" y="1834"/>
                    <a:pt x="6155" y="1834"/>
                  </a:cubicBezTo>
                  <a:cubicBezTo>
                    <a:pt x="5653" y="1834"/>
                    <a:pt x="4666" y="855"/>
                    <a:pt x="3904" y="855"/>
                  </a:cubicBezTo>
                  <a:cubicBezTo>
                    <a:pt x="3715" y="855"/>
                    <a:pt x="3540" y="915"/>
                    <a:pt x="3390" y="1065"/>
                  </a:cubicBezTo>
                  <a:cubicBezTo>
                    <a:pt x="2551" y="1873"/>
                    <a:pt x="1980" y="2570"/>
                    <a:pt x="1980" y="2570"/>
                  </a:cubicBezTo>
                  <a:cubicBezTo>
                    <a:pt x="1980" y="2570"/>
                    <a:pt x="2473" y="2513"/>
                    <a:pt x="2896" y="2513"/>
                  </a:cubicBezTo>
                  <a:cubicBezTo>
                    <a:pt x="3304" y="2513"/>
                    <a:pt x="3648" y="2566"/>
                    <a:pt x="3422" y="2776"/>
                  </a:cubicBezTo>
                  <a:cubicBezTo>
                    <a:pt x="2978" y="3220"/>
                    <a:pt x="1584" y="2966"/>
                    <a:pt x="1046" y="3378"/>
                  </a:cubicBezTo>
                  <a:cubicBezTo>
                    <a:pt x="491" y="3806"/>
                    <a:pt x="0" y="5311"/>
                    <a:pt x="0" y="5311"/>
                  </a:cubicBezTo>
                  <a:cubicBezTo>
                    <a:pt x="0" y="5311"/>
                    <a:pt x="3543" y="2892"/>
                    <a:pt x="7141" y="2892"/>
                  </a:cubicBezTo>
                  <a:cubicBezTo>
                    <a:pt x="8045" y="2892"/>
                    <a:pt x="8951" y="3044"/>
                    <a:pt x="9807" y="3426"/>
                  </a:cubicBezTo>
                  <a:cubicBezTo>
                    <a:pt x="14068" y="5311"/>
                    <a:pt x="14448" y="7054"/>
                    <a:pt x="14448" y="7054"/>
                  </a:cubicBezTo>
                  <a:cubicBezTo>
                    <a:pt x="14448" y="7054"/>
                    <a:pt x="15573" y="4677"/>
                    <a:pt x="14971" y="4218"/>
                  </a:cubicBezTo>
                  <a:cubicBezTo>
                    <a:pt x="14866" y="4137"/>
                    <a:pt x="14799" y="4104"/>
                    <a:pt x="14758" y="4104"/>
                  </a:cubicBezTo>
                  <a:cubicBezTo>
                    <a:pt x="14577" y="4104"/>
                    <a:pt x="14865" y="4713"/>
                    <a:pt x="14602" y="4713"/>
                  </a:cubicBezTo>
                  <a:cubicBezTo>
                    <a:pt x="14567" y="4713"/>
                    <a:pt x="14522" y="4702"/>
                    <a:pt x="14464" y="4677"/>
                  </a:cubicBezTo>
                  <a:cubicBezTo>
                    <a:pt x="13862" y="4440"/>
                    <a:pt x="14955" y="3743"/>
                    <a:pt x="13656" y="2539"/>
                  </a:cubicBezTo>
                  <a:lnTo>
                    <a:pt x="12373" y="1319"/>
                  </a:lnTo>
                  <a:lnTo>
                    <a:pt x="12373" y="1319"/>
                  </a:lnTo>
                  <a:cubicBezTo>
                    <a:pt x="12373" y="1319"/>
                    <a:pt x="13450" y="3093"/>
                    <a:pt x="12928" y="3426"/>
                  </a:cubicBezTo>
                  <a:cubicBezTo>
                    <a:pt x="12885" y="3452"/>
                    <a:pt x="12848" y="3465"/>
                    <a:pt x="12817" y="3465"/>
                  </a:cubicBezTo>
                  <a:cubicBezTo>
                    <a:pt x="12455" y="3465"/>
                    <a:pt x="12762" y="1801"/>
                    <a:pt x="11391" y="970"/>
                  </a:cubicBezTo>
                  <a:cubicBezTo>
                    <a:pt x="10871" y="664"/>
                    <a:pt x="10572" y="525"/>
                    <a:pt x="10433" y="525"/>
                  </a:cubicBezTo>
                  <a:cubicBezTo>
                    <a:pt x="10168" y="525"/>
                    <a:pt x="10475" y="1022"/>
                    <a:pt x="10931" y="1810"/>
                  </a:cubicBezTo>
                  <a:cubicBezTo>
                    <a:pt x="11247" y="2356"/>
                    <a:pt x="11261" y="2618"/>
                    <a:pt x="11110" y="2618"/>
                  </a:cubicBezTo>
                  <a:cubicBezTo>
                    <a:pt x="10928" y="2618"/>
                    <a:pt x="10507" y="2236"/>
                    <a:pt x="10092" y="1509"/>
                  </a:cubicBezTo>
                  <a:cubicBezTo>
                    <a:pt x="9347" y="194"/>
                    <a:pt x="8571" y="321"/>
                    <a:pt x="7921" y="210"/>
                  </a:cubicBezTo>
                  <a:cubicBezTo>
                    <a:pt x="7885" y="203"/>
                    <a:pt x="7856" y="199"/>
                    <a:pt x="7834" y="199"/>
                  </a:cubicBezTo>
                  <a:cubicBezTo>
                    <a:pt x="7457" y="199"/>
                    <a:pt x="9126" y="1180"/>
                    <a:pt x="8872" y="1525"/>
                  </a:cubicBezTo>
                  <a:cubicBezTo>
                    <a:pt x="8854" y="1548"/>
                    <a:pt x="8829" y="1559"/>
                    <a:pt x="8797" y="1559"/>
                  </a:cubicBezTo>
                  <a:cubicBezTo>
                    <a:pt x="8414" y="1559"/>
                    <a:pt x="7030" y="0"/>
                    <a:pt x="5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 name="Google Shape;139;p11"/>
            <p:cNvSpPr/>
            <p:nvPr/>
          </p:nvSpPr>
          <p:spPr>
            <a:xfrm>
              <a:off x="995175" y="879525"/>
              <a:ext cx="217825" cy="311725"/>
            </a:xfrm>
            <a:custGeom>
              <a:avLst/>
              <a:gdLst/>
              <a:ahLst/>
              <a:cxnLst/>
              <a:rect l="l" t="t" r="r" b="b"/>
              <a:pathLst>
                <a:path w="8713" h="12469" extrusionOk="0">
                  <a:moveTo>
                    <a:pt x="5512" y="0"/>
                  </a:moveTo>
                  <a:cubicBezTo>
                    <a:pt x="4929" y="0"/>
                    <a:pt x="3795" y="345"/>
                    <a:pt x="3580" y="1055"/>
                  </a:cubicBezTo>
                  <a:cubicBezTo>
                    <a:pt x="3279" y="2100"/>
                    <a:pt x="3834" y="3098"/>
                    <a:pt x="3533" y="3146"/>
                  </a:cubicBezTo>
                  <a:cubicBezTo>
                    <a:pt x="3528" y="3147"/>
                    <a:pt x="3523" y="3147"/>
                    <a:pt x="3518" y="3147"/>
                  </a:cubicBezTo>
                  <a:cubicBezTo>
                    <a:pt x="3210" y="3147"/>
                    <a:pt x="3028" y="1698"/>
                    <a:pt x="3137" y="1324"/>
                  </a:cubicBezTo>
                  <a:cubicBezTo>
                    <a:pt x="3144" y="1298"/>
                    <a:pt x="3139" y="1285"/>
                    <a:pt x="3125" y="1285"/>
                  </a:cubicBezTo>
                  <a:cubicBezTo>
                    <a:pt x="2944" y="1285"/>
                    <a:pt x="1183" y="3319"/>
                    <a:pt x="1521" y="4112"/>
                  </a:cubicBezTo>
                  <a:cubicBezTo>
                    <a:pt x="1901" y="4984"/>
                    <a:pt x="2361" y="5839"/>
                    <a:pt x="2250" y="5982"/>
                  </a:cubicBezTo>
                  <a:cubicBezTo>
                    <a:pt x="2237" y="5996"/>
                    <a:pt x="2218" y="6003"/>
                    <a:pt x="2195" y="6003"/>
                  </a:cubicBezTo>
                  <a:cubicBezTo>
                    <a:pt x="1982" y="6003"/>
                    <a:pt x="1370" y="5425"/>
                    <a:pt x="1299" y="4397"/>
                  </a:cubicBezTo>
                  <a:cubicBezTo>
                    <a:pt x="1279" y="4166"/>
                    <a:pt x="1238" y="4072"/>
                    <a:pt x="1187" y="4072"/>
                  </a:cubicBezTo>
                  <a:cubicBezTo>
                    <a:pt x="993" y="4072"/>
                    <a:pt x="668" y="5467"/>
                    <a:pt x="982" y="5744"/>
                  </a:cubicBezTo>
                  <a:cubicBezTo>
                    <a:pt x="1378" y="6093"/>
                    <a:pt x="2028" y="6679"/>
                    <a:pt x="1774" y="6901"/>
                  </a:cubicBezTo>
                  <a:cubicBezTo>
                    <a:pt x="1757" y="6916"/>
                    <a:pt x="1738" y="6924"/>
                    <a:pt x="1717" y="6924"/>
                  </a:cubicBezTo>
                  <a:cubicBezTo>
                    <a:pt x="1473" y="6924"/>
                    <a:pt x="976" y="5948"/>
                    <a:pt x="796" y="5948"/>
                  </a:cubicBezTo>
                  <a:cubicBezTo>
                    <a:pt x="774" y="5948"/>
                    <a:pt x="756" y="5963"/>
                    <a:pt x="745" y="5998"/>
                  </a:cubicBezTo>
                  <a:cubicBezTo>
                    <a:pt x="650" y="6346"/>
                    <a:pt x="523" y="8025"/>
                    <a:pt x="1267" y="8612"/>
                  </a:cubicBezTo>
                  <a:cubicBezTo>
                    <a:pt x="1892" y="9080"/>
                    <a:pt x="1811" y="9517"/>
                    <a:pt x="1586" y="9517"/>
                  </a:cubicBezTo>
                  <a:cubicBezTo>
                    <a:pt x="1538" y="9517"/>
                    <a:pt x="1482" y="9496"/>
                    <a:pt x="1426" y="9451"/>
                  </a:cubicBezTo>
                  <a:cubicBezTo>
                    <a:pt x="1204" y="9265"/>
                    <a:pt x="803" y="8419"/>
                    <a:pt x="550" y="8419"/>
                  </a:cubicBezTo>
                  <a:cubicBezTo>
                    <a:pt x="458" y="8419"/>
                    <a:pt x="386" y="8528"/>
                    <a:pt x="349" y="8817"/>
                  </a:cubicBezTo>
                  <a:cubicBezTo>
                    <a:pt x="222" y="9895"/>
                    <a:pt x="1473" y="10275"/>
                    <a:pt x="1347" y="10560"/>
                  </a:cubicBezTo>
                  <a:cubicBezTo>
                    <a:pt x="1265" y="10723"/>
                    <a:pt x="1153" y="10880"/>
                    <a:pt x="978" y="10880"/>
                  </a:cubicBezTo>
                  <a:cubicBezTo>
                    <a:pt x="846" y="10880"/>
                    <a:pt x="678" y="10790"/>
                    <a:pt x="459" y="10544"/>
                  </a:cubicBezTo>
                  <a:cubicBezTo>
                    <a:pt x="414" y="10493"/>
                    <a:pt x="372" y="10470"/>
                    <a:pt x="336" y="10470"/>
                  </a:cubicBezTo>
                  <a:cubicBezTo>
                    <a:pt x="0" y="10470"/>
                    <a:pt x="130" y="12469"/>
                    <a:pt x="1766" y="12469"/>
                  </a:cubicBezTo>
                  <a:cubicBezTo>
                    <a:pt x="1971" y="12469"/>
                    <a:pt x="2201" y="12437"/>
                    <a:pt x="2456" y="12366"/>
                  </a:cubicBezTo>
                  <a:cubicBezTo>
                    <a:pt x="2456" y="12366"/>
                    <a:pt x="1521" y="8215"/>
                    <a:pt x="3374" y="5332"/>
                  </a:cubicBezTo>
                  <a:cubicBezTo>
                    <a:pt x="5212" y="2465"/>
                    <a:pt x="8539" y="1007"/>
                    <a:pt x="8650" y="516"/>
                  </a:cubicBezTo>
                  <a:cubicBezTo>
                    <a:pt x="8713" y="281"/>
                    <a:pt x="8275" y="189"/>
                    <a:pt x="7760" y="189"/>
                  </a:cubicBezTo>
                  <a:cubicBezTo>
                    <a:pt x="7233" y="189"/>
                    <a:pt x="6625" y="285"/>
                    <a:pt x="6385" y="421"/>
                  </a:cubicBezTo>
                  <a:cubicBezTo>
                    <a:pt x="5925" y="690"/>
                    <a:pt x="6036" y="1752"/>
                    <a:pt x="5545" y="1863"/>
                  </a:cubicBezTo>
                  <a:cubicBezTo>
                    <a:pt x="5524" y="1867"/>
                    <a:pt x="5506" y="1869"/>
                    <a:pt x="5488" y="1869"/>
                  </a:cubicBezTo>
                  <a:cubicBezTo>
                    <a:pt x="5085" y="1869"/>
                    <a:pt x="5450" y="686"/>
                    <a:pt x="5814" y="231"/>
                  </a:cubicBezTo>
                  <a:cubicBezTo>
                    <a:pt x="5942" y="78"/>
                    <a:pt x="5789" y="0"/>
                    <a:pt x="55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 name="Google Shape;140;p11"/>
            <p:cNvSpPr/>
            <p:nvPr/>
          </p:nvSpPr>
          <p:spPr>
            <a:xfrm>
              <a:off x="1018350" y="939575"/>
              <a:ext cx="396875" cy="253875"/>
            </a:xfrm>
            <a:custGeom>
              <a:avLst/>
              <a:gdLst/>
              <a:ahLst/>
              <a:cxnLst/>
              <a:rect l="l" t="t" r="r" b="b"/>
              <a:pathLst>
                <a:path w="15875" h="10155" extrusionOk="0">
                  <a:moveTo>
                    <a:pt x="9919" y="0"/>
                  </a:moveTo>
                  <a:cubicBezTo>
                    <a:pt x="9109" y="0"/>
                    <a:pt x="6517" y="983"/>
                    <a:pt x="6234" y="1774"/>
                  </a:cubicBezTo>
                  <a:cubicBezTo>
                    <a:pt x="5854" y="2819"/>
                    <a:pt x="6170" y="3833"/>
                    <a:pt x="5727" y="3992"/>
                  </a:cubicBezTo>
                  <a:cubicBezTo>
                    <a:pt x="5707" y="3999"/>
                    <a:pt x="5690" y="4002"/>
                    <a:pt x="5673" y="4002"/>
                  </a:cubicBezTo>
                  <a:cubicBezTo>
                    <a:pt x="5319" y="4002"/>
                    <a:pt x="5701" y="2412"/>
                    <a:pt x="5822" y="1821"/>
                  </a:cubicBezTo>
                  <a:cubicBezTo>
                    <a:pt x="5860" y="1652"/>
                    <a:pt x="5781" y="1580"/>
                    <a:pt x="5646" y="1580"/>
                  </a:cubicBezTo>
                  <a:cubicBezTo>
                    <a:pt x="5276" y="1580"/>
                    <a:pt x="4485" y="2127"/>
                    <a:pt x="4555" y="2708"/>
                  </a:cubicBezTo>
                  <a:cubicBezTo>
                    <a:pt x="4650" y="3516"/>
                    <a:pt x="5093" y="4245"/>
                    <a:pt x="4650" y="4419"/>
                  </a:cubicBezTo>
                  <a:cubicBezTo>
                    <a:pt x="4623" y="4429"/>
                    <a:pt x="4598" y="4433"/>
                    <a:pt x="4574" y="4433"/>
                  </a:cubicBezTo>
                  <a:cubicBezTo>
                    <a:pt x="4201" y="4433"/>
                    <a:pt x="4165" y="3322"/>
                    <a:pt x="4269" y="2756"/>
                  </a:cubicBezTo>
                  <a:cubicBezTo>
                    <a:pt x="4283" y="2681"/>
                    <a:pt x="4260" y="2648"/>
                    <a:pt x="4208" y="2648"/>
                  </a:cubicBezTo>
                  <a:cubicBezTo>
                    <a:pt x="3845" y="2648"/>
                    <a:pt x="2085" y="4335"/>
                    <a:pt x="2321" y="5085"/>
                  </a:cubicBezTo>
                  <a:cubicBezTo>
                    <a:pt x="2606" y="5940"/>
                    <a:pt x="2717" y="6526"/>
                    <a:pt x="2558" y="6606"/>
                  </a:cubicBezTo>
                  <a:cubicBezTo>
                    <a:pt x="2552" y="6608"/>
                    <a:pt x="2545" y="6609"/>
                    <a:pt x="2538" y="6609"/>
                  </a:cubicBezTo>
                  <a:cubicBezTo>
                    <a:pt x="2362" y="6609"/>
                    <a:pt x="2100" y="5871"/>
                    <a:pt x="2115" y="5322"/>
                  </a:cubicBezTo>
                  <a:cubicBezTo>
                    <a:pt x="2118" y="5256"/>
                    <a:pt x="2107" y="5225"/>
                    <a:pt x="2084" y="5225"/>
                  </a:cubicBezTo>
                  <a:cubicBezTo>
                    <a:pt x="1915" y="5225"/>
                    <a:pt x="1123" y="6944"/>
                    <a:pt x="1529" y="7699"/>
                  </a:cubicBezTo>
                  <a:cubicBezTo>
                    <a:pt x="1734" y="8103"/>
                    <a:pt x="1684" y="8316"/>
                    <a:pt x="1578" y="8316"/>
                  </a:cubicBezTo>
                  <a:cubicBezTo>
                    <a:pt x="1455" y="8316"/>
                    <a:pt x="1257" y="8032"/>
                    <a:pt x="1291" y="7429"/>
                  </a:cubicBezTo>
                  <a:cubicBezTo>
                    <a:pt x="1303" y="7209"/>
                    <a:pt x="1247" y="7112"/>
                    <a:pt x="1163" y="7112"/>
                  </a:cubicBezTo>
                  <a:cubicBezTo>
                    <a:pt x="817" y="7112"/>
                    <a:pt x="0" y="8741"/>
                    <a:pt x="1529" y="10154"/>
                  </a:cubicBezTo>
                  <a:cubicBezTo>
                    <a:pt x="1529" y="10154"/>
                    <a:pt x="3350" y="5940"/>
                    <a:pt x="6788" y="4879"/>
                  </a:cubicBezTo>
                  <a:cubicBezTo>
                    <a:pt x="7880" y="4537"/>
                    <a:pt x="9210" y="4428"/>
                    <a:pt x="10512" y="4428"/>
                  </a:cubicBezTo>
                  <a:cubicBezTo>
                    <a:pt x="12797" y="4428"/>
                    <a:pt x="14994" y="4763"/>
                    <a:pt x="15654" y="4763"/>
                  </a:cubicBezTo>
                  <a:cubicBezTo>
                    <a:pt x="15803" y="4763"/>
                    <a:pt x="15874" y="4746"/>
                    <a:pt x="15850" y="4704"/>
                  </a:cubicBezTo>
                  <a:cubicBezTo>
                    <a:pt x="15664" y="4378"/>
                    <a:pt x="14380" y="1675"/>
                    <a:pt x="13778" y="1675"/>
                  </a:cubicBezTo>
                  <a:cubicBezTo>
                    <a:pt x="13766" y="1675"/>
                    <a:pt x="13755" y="1676"/>
                    <a:pt x="13743" y="1679"/>
                  </a:cubicBezTo>
                  <a:cubicBezTo>
                    <a:pt x="13248" y="1770"/>
                    <a:pt x="12496" y="2471"/>
                    <a:pt x="12095" y="2471"/>
                  </a:cubicBezTo>
                  <a:cubicBezTo>
                    <a:pt x="12008" y="2471"/>
                    <a:pt x="11937" y="2439"/>
                    <a:pt x="11890" y="2360"/>
                  </a:cubicBezTo>
                  <a:cubicBezTo>
                    <a:pt x="11627" y="1942"/>
                    <a:pt x="13206" y="1313"/>
                    <a:pt x="13546" y="1313"/>
                  </a:cubicBezTo>
                  <a:cubicBezTo>
                    <a:pt x="13555" y="1313"/>
                    <a:pt x="13562" y="1313"/>
                    <a:pt x="13569" y="1314"/>
                  </a:cubicBezTo>
                  <a:cubicBezTo>
                    <a:pt x="13572" y="1314"/>
                    <a:pt x="13574" y="1315"/>
                    <a:pt x="13576" y="1315"/>
                  </a:cubicBezTo>
                  <a:cubicBezTo>
                    <a:pt x="13763" y="1315"/>
                    <a:pt x="11811" y="86"/>
                    <a:pt x="10906" y="86"/>
                  </a:cubicBezTo>
                  <a:cubicBezTo>
                    <a:pt x="10785" y="86"/>
                    <a:pt x="10682" y="108"/>
                    <a:pt x="10606" y="158"/>
                  </a:cubicBezTo>
                  <a:cubicBezTo>
                    <a:pt x="9973" y="601"/>
                    <a:pt x="9703" y="2170"/>
                    <a:pt x="9276" y="2217"/>
                  </a:cubicBezTo>
                  <a:cubicBezTo>
                    <a:pt x="9259" y="2220"/>
                    <a:pt x="9243" y="2221"/>
                    <a:pt x="9227" y="2221"/>
                  </a:cubicBezTo>
                  <a:cubicBezTo>
                    <a:pt x="8829" y="2221"/>
                    <a:pt x="8813" y="1447"/>
                    <a:pt x="9957" y="395"/>
                  </a:cubicBezTo>
                  <a:cubicBezTo>
                    <a:pt x="10265" y="116"/>
                    <a:pt x="10197" y="0"/>
                    <a:pt x="99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 name="Google Shape;141;p11"/>
            <p:cNvSpPr/>
            <p:nvPr/>
          </p:nvSpPr>
          <p:spPr>
            <a:xfrm>
              <a:off x="1051725" y="1108700"/>
              <a:ext cx="423275" cy="261100"/>
            </a:xfrm>
            <a:custGeom>
              <a:avLst/>
              <a:gdLst/>
              <a:ahLst/>
              <a:cxnLst/>
              <a:rect l="l" t="t" r="r" b="b"/>
              <a:pathLst>
                <a:path w="16931" h="10444" extrusionOk="0">
                  <a:moveTo>
                    <a:pt x="5607" y="1"/>
                  </a:moveTo>
                  <a:cubicBezTo>
                    <a:pt x="5103" y="1"/>
                    <a:pt x="4650" y="141"/>
                    <a:pt x="4408" y="522"/>
                  </a:cubicBezTo>
                  <a:cubicBezTo>
                    <a:pt x="3772" y="1520"/>
                    <a:pt x="3806" y="2041"/>
                    <a:pt x="3561" y="2041"/>
                  </a:cubicBezTo>
                  <a:cubicBezTo>
                    <a:pt x="3506" y="2041"/>
                    <a:pt x="3438" y="2015"/>
                    <a:pt x="3346" y="1964"/>
                  </a:cubicBezTo>
                  <a:cubicBezTo>
                    <a:pt x="2839" y="1678"/>
                    <a:pt x="3552" y="649"/>
                    <a:pt x="4043" y="253"/>
                  </a:cubicBezTo>
                  <a:cubicBezTo>
                    <a:pt x="4160" y="162"/>
                    <a:pt x="3991" y="98"/>
                    <a:pt x="3669" y="98"/>
                  </a:cubicBezTo>
                  <a:cubicBezTo>
                    <a:pt x="2630" y="98"/>
                    <a:pt x="0" y="766"/>
                    <a:pt x="194" y="3389"/>
                  </a:cubicBezTo>
                  <a:cubicBezTo>
                    <a:pt x="1068" y="3185"/>
                    <a:pt x="1955" y="3084"/>
                    <a:pt x="2839" y="3084"/>
                  </a:cubicBezTo>
                  <a:cubicBezTo>
                    <a:pt x="4967" y="3084"/>
                    <a:pt x="7071" y="3669"/>
                    <a:pt x="8907" y="4799"/>
                  </a:cubicBezTo>
                  <a:cubicBezTo>
                    <a:pt x="13264" y="7493"/>
                    <a:pt x="15466" y="10281"/>
                    <a:pt x="16210" y="10439"/>
                  </a:cubicBezTo>
                  <a:cubicBezTo>
                    <a:pt x="16224" y="10442"/>
                    <a:pt x="16238" y="10444"/>
                    <a:pt x="16251" y="10444"/>
                  </a:cubicBezTo>
                  <a:cubicBezTo>
                    <a:pt x="16931" y="10444"/>
                    <a:pt x="15865" y="6367"/>
                    <a:pt x="14325" y="4657"/>
                  </a:cubicBezTo>
                  <a:cubicBezTo>
                    <a:pt x="14325" y="4657"/>
                    <a:pt x="12374" y="5172"/>
                    <a:pt x="11572" y="5172"/>
                  </a:cubicBezTo>
                  <a:cubicBezTo>
                    <a:pt x="11409" y="5172"/>
                    <a:pt x="11294" y="5151"/>
                    <a:pt x="11252" y="5100"/>
                  </a:cubicBezTo>
                  <a:cubicBezTo>
                    <a:pt x="11014" y="4783"/>
                    <a:pt x="13977" y="4229"/>
                    <a:pt x="13977" y="4229"/>
                  </a:cubicBezTo>
                  <a:cubicBezTo>
                    <a:pt x="13977" y="4229"/>
                    <a:pt x="12472" y="3041"/>
                    <a:pt x="9826" y="2296"/>
                  </a:cubicBezTo>
                  <a:cubicBezTo>
                    <a:pt x="9826" y="2296"/>
                    <a:pt x="8124" y="3078"/>
                    <a:pt x="7576" y="3078"/>
                  </a:cubicBezTo>
                  <a:cubicBezTo>
                    <a:pt x="7510" y="3078"/>
                    <a:pt x="7461" y="3066"/>
                    <a:pt x="7434" y="3041"/>
                  </a:cubicBezTo>
                  <a:cubicBezTo>
                    <a:pt x="7180" y="2803"/>
                    <a:pt x="9382" y="1932"/>
                    <a:pt x="9382" y="1932"/>
                  </a:cubicBezTo>
                  <a:cubicBezTo>
                    <a:pt x="9382" y="1932"/>
                    <a:pt x="8777" y="1368"/>
                    <a:pt x="8348" y="1368"/>
                  </a:cubicBezTo>
                  <a:cubicBezTo>
                    <a:pt x="8317" y="1368"/>
                    <a:pt x="8287" y="1371"/>
                    <a:pt x="8257" y="1377"/>
                  </a:cubicBezTo>
                  <a:cubicBezTo>
                    <a:pt x="7890" y="1459"/>
                    <a:pt x="7018" y="2255"/>
                    <a:pt x="6459" y="2255"/>
                  </a:cubicBezTo>
                  <a:cubicBezTo>
                    <a:pt x="6368" y="2255"/>
                    <a:pt x="6285" y="2234"/>
                    <a:pt x="6214" y="2185"/>
                  </a:cubicBezTo>
                  <a:cubicBezTo>
                    <a:pt x="5723" y="1837"/>
                    <a:pt x="7798" y="1346"/>
                    <a:pt x="7956" y="950"/>
                  </a:cubicBezTo>
                  <a:cubicBezTo>
                    <a:pt x="8065" y="677"/>
                    <a:pt x="6714" y="1"/>
                    <a:pt x="56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 name="Google Shape;142;p11"/>
            <p:cNvSpPr/>
            <p:nvPr/>
          </p:nvSpPr>
          <p:spPr>
            <a:xfrm>
              <a:off x="1056550" y="1167875"/>
              <a:ext cx="272125" cy="283425"/>
            </a:xfrm>
            <a:custGeom>
              <a:avLst/>
              <a:gdLst/>
              <a:ahLst/>
              <a:cxnLst/>
              <a:rect l="l" t="t" r="r" b="b"/>
              <a:pathLst>
                <a:path w="10885" h="11337" extrusionOk="0">
                  <a:moveTo>
                    <a:pt x="1586" y="1"/>
                  </a:moveTo>
                  <a:cubicBezTo>
                    <a:pt x="897" y="1"/>
                    <a:pt x="50" y="242"/>
                    <a:pt x="1" y="1022"/>
                  </a:cubicBezTo>
                  <a:cubicBezTo>
                    <a:pt x="1" y="1022"/>
                    <a:pt x="2931" y="1292"/>
                    <a:pt x="6195" y="4920"/>
                  </a:cubicBezTo>
                  <a:cubicBezTo>
                    <a:pt x="9456" y="8527"/>
                    <a:pt x="9756" y="11336"/>
                    <a:pt x="10320" y="11336"/>
                  </a:cubicBezTo>
                  <a:cubicBezTo>
                    <a:pt x="10324" y="11336"/>
                    <a:pt x="10327" y="11336"/>
                    <a:pt x="10330" y="11336"/>
                  </a:cubicBezTo>
                  <a:cubicBezTo>
                    <a:pt x="10884" y="11288"/>
                    <a:pt x="10774" y="6932"/>
                    <a:pt x="10377" y="6314"/>
                  </a:cubicBezTo>
                  <a:cubicBezTo>
                    <a:pt x="9981" y="5696"/>
                    <a:pt x="8445" y="6219"/>
                    <a:pt x="8255" y="5633"/>
                  </a:cubicBezTo>
                  <a:cubicBezTo>
                    <a:pt x="8204" y="5474"/>
                    <a:pt x="8310" y="5419"/>
                    <a:pt x="8494" y="5419"/>
                  </a:cubicBezTo>
                  <a:cubicBezTo>
                    <a:pt x="8917" y="5419"/>
                    <a:pt x="9752" y="5711"/>
                    <a:pt x="10049" y="5711"/>
                  </a:cubicBezTo>
                  <a:cubicBezTo>
                    <a:pt x="10113" y="5711"/>
                    <a:pt x="10152" y="5697"/>
                    <a:pt x="10156" y="5664"/>
                  </a:cubicBezTo>
                  <a:cubicBezTo>
                    <a:pt x="10187" y="5427"/>
                    <a:pt x="9506" y="3304"/>
                    <a:pt x="7827" y="3019"/>
                  </a:cubicBezTo>
                  <a:cubicBezTo>
                    <a:pt x="6163" y="2733"/>
                    <a:pt x="5609" y="2670"/>
                    <a:pt x="5704" y="2480"/>
                  </a:cubicBezTo>
                  <a:cubicBezTo>
                    <a:pt x="5738" y="2406"/>
                    <a:pt x="5906" y="2381"/>
                    <a:pt x="6130" y="2381"/>
                  </a:cubicBezTo>
                  <a:cubicBezTo>
                    <a:pt x="6529" y="2381"/>
                    <a:pt x="7106" y="2460"/>
                    <a:pt x="7431" y="2480"/>
                  </a:cubicBezTo>
                  <a:cubicBezTo>
                    <a:pt x="7434" y="2480"/>
                    <a:pt x="7438" y="2480"/>
                    <a:pt x="7441" y="2480"/>
                  </a:cubicBezTo>
                  <a:cubicBezTo>
                    <a:pt x="7850" y="2480"/>
                    <a:pt x="7215" y="1677"/>
                    <a:pt x="6400" y="1677"/>
                  </a:cubicBezTo>
                  <a:cubicBezTo>
                    <a:pt x="6251" y="1677"/>
                    <a:pt x="6097" y="1704"/>
                    <a:pt x="5942" y="1767"/>
                  </a:cubicBezTo>
                  <a:cubicBezTo>
                    <a:pt x="5385" y="1981"/>
                    <a:pt x="5023" y="2112"/>
                    <a:pt x="4840" y="2112"/>
                  </a:cubicBezTo>
                  <a:cubicBezTo>
                    <a:pt x="4685" y="2112"/>
                    <a:pt x="4659" y="2017"/>
                    <a:pt x="4753" y="1799"/>
                  </a:cubicBezTo>
                  <a:cubicBezTo>
                    <a:pt x="4943" y="1323"/>
                    <a:pt x="6971" y="1403"/>
                    <a:pt x="6813" y="1133"/>
                  </a:cubicBezTo>
                  <a:cubicBezTo>
                    <a:pt x="6681" y="942"/>
                    <a:pt x="5158" y="235"/>
                    <a:pt x="4113" y="235"/>
                  </a:cubicBezTo>
                  <a:cubicBezTo>
                    <a:pt x="3775" y="235"/>
                    <a:pt x="3486" y="310"/>
                    <a:pt x="3312" y="500"/>
                  </a:cubicBezTo>
                  <a:cubicBezTo>
                    <a:pt x="3046" y="782"/>
                    <a:pt x="2746" y="886"/>
                    <a:pt x="2511" y="886"/>
                  </a:cubicBezTo>
                  <a:cubicBezTo>
                    <a:pt x="2114" y="886"/>
                    <a:pt x="1903" y="592"/>
                    <a:pt x="2361" y="373"/>
                  </a:cubicBezTo>
                  <a:cubicBezTo>
                    <a:pt x="2708" y="199"/>
                    <a:pt x="2212" y="1"/>
                    <a:pt x="15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 name="Google Shape;143;p11"/>
            <p:cNvSpPr/>
            <p:nvPr/>
          </p:nvSpPr>
          <p:spPr>
            <a:xfrm>
              <a:off x="1045450" y="1185100"/>
              <a:ext cx="445600" cy="646000"/>
            </a:xfrm>
            <a:custGeom>
              <a:avLst/>
              <a:gdLst/>
              <a:ahLst/>
              <a:cxnLst/>
              <a:rect l="l" t="t" r="r" b="b"/>
              <a:pathLst>
                <a:path w="17824" h="25840" extrusionOk="0">
                  <a:moveTo>
                    <a:pt x="904" y="1"/>
                  </a:moveTo>
                  <a:lnTo>
                    <a:pt x="1" y="333"/>
                  </a:lnTo>
                  <a:cubicBezTo>
                    <a:pt x="1" y="333"/>
                    <a:pt x="1015" y="3233"/>
                    <a:pt x="6180" y="9237"/>
                  </a:cubicBezTo>
                  <a:cubicBezTo>
                    <a:pt x="12184" y="16192"/>
                    <a:pt x="14085" y="25840"/>
                    <a:pt x="14085" y="25840"/>
                  </a:cubicBezTo>
                  <a:lnTo>
                    <a:pt x="17824" y="24462"/>
                  </a:lnTo>
                  <a:cubicBezTo>
                    <a:pt x="16461" y="21166"/>
                    <a:pt x="13198" y="13277"/>
                    <a:pt x="7590" y="8191"/>
                  </a:cubicBezTo>
                  <a:cubicBezTo>
                    <a:pt x="1284" y="2456"/>
                    <a:pt x="904" y="1"/>
                    <a:pt x="9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44" name="Google Shape;144;p11"/>
          <p:cNvSpPr/>
          <p:nvPr/>
        </p:nvSpPr>
        <p:spPr>
          <a:xfrm flipH="1">
            <a:off x="9670482" y="-117099"/>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5" name="Google Shape;145;p11"/>
          <p:cNvSpPr/>
          <p:nvPr/>
        </p:nvSpPr>
        <p:spPr>
          <a:xfrm>
            <a:off x="-67426" y="4520647"/>
            <a:ext cx="4127588" cy="2350400"/>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6" name="Google Shape;146;p11"/>
          <p:cNvSpPr/>
          <p:nvPr/>
        </p:nvSpPr>
        <p:spPr>
          <a:xfrm>
            <a:off x="2949398" y="107724"/>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7" name="Google Shape;147;p11"/>
          <p:cNvSpPr/>
          <p:nvPr/>
        </p:nvSpPr>
        <p:spPr>
          <a:xfrm flipH="1">
            <a:off x="7788944" y="64861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8" name="Google Shape;148;p11"/>
          <p:cNvSpPr/>
          <p:nvPr/>
        </p:nvSpPr>
        <p:spPr>
          <a:xfrm flipH="1">
            <a:off x="6913668" y="672836"/>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9" name="Google Shape;149;p11"/>
          <p:cNvSpPr/>
          <p:nvPr/>
        </p:nvSpPr>
        <p:spPr>
          <a:xfrm flipH="1">
            <a:off x="5439737" y="1788106"/>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0" name="Google Shape;150;p11"/>
          <p:cNvSpPr/>
          <p:nvPr/>
        </p:nvSpPr>
        <p:spPr>
          <a:xfrm>
            <a:off x="1461916" y="396518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1" name="Google Shape;151;p11"/>
          <p:cNvSpPr/>
          <p:nvPr/>
        </p:nvSpPr>
        <p:spPr>
          <a:xfrm flipH="1">
            <a:off x="10419916" y="2952175"/>
            <a:ext cx="605403" cy="387645"/>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2" name="Google Shape;152;p11"/>
          <p:cNvSpPr txBox="1">
            <a:spLocks noGrp="1"/>
          </p:cNvSpPr>
          <p:nvPr>
            <p:ph type="title" hasCustomPrompt="1"/>
          </p:nvPr>
        </p:nvSpPr>
        <p:spPr>
          <a:xfrm>
            <a:off x="2403800" y="2138600"/>
            <a:ext cx="7384400" cy="2014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8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153" name="Google Shape;153;p11"/>
          <p:cNvSpPr txBox="1">
            <a:spLocks noGrp="1"/>
          </p:cNvSpPr>
          <p:nvPr>
            <p:ph type="subTitle" idx="1"/>
          </p:nvPr>
        </p:nvSpPr>
        <p:spPr>
          <a:xfrm>
            <a:off x="2807200" y="4153400"/>
            <a:ext cx="6577600" cy="56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635518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54"/>
        <p:cNvGrpSpPr/>
        <p:nvPr/>
      </p:nvGrpSpPr>
      <p:grpSpPr>
        <a:xfrm>
          <a:off x="0" y="0"/>
          <a:ext cx="0" cy="0"/>
          <a:chOff x="0" y="0"/>
          <a:chExt cx="0" cy="0"/>
        </a:xfrm>
      </p:grpSpPr>
    </p:spTree>
    <p:extLst>
      <p:ext uri="{BB962C8B-B14F-4D97-AF65-F5344CB8AC3E}">
        <p14:creationId xmlns:p14="http://schemas.microsoft.com/office/powerpoint/2010/main" val="30631332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5"/>
        <p:cNvGrpSpPr/>
        <p:nvPr/>
      </p:nvGrpSpPr>
      <p:grpSpPr>
        <a:xfrm>
          <a:off x="0" y="0"/>
          <a:ext cx="0" cy="0"/>
          <a:chOff x="0" y="0"/>
          <a:chExt cx="0" cy="0"/>
        </a:xfrm>
      </p:grpSpPr>
      <p:sp>
        <p:nvSpPr>
          <p:cNvPr id="156" name="Google Shape;156;p13"/>
          <p:cNvSpPr/>
          <p:nvPr/>
        </p:nvSpPr>
        <p:spPr>
          <a:xfrm flipH="1">
            <a:off x="10371215" y="-452017"/>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7" name="Google Shape;157;p13"/>
          <p:cNvSpPr/>
          <p:nvPr/>
        </p:nvSpPr>
        <p:spPr>
          <a:xfrm flipH="1">
            <a:off x="-1641856" y="203097"/>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8" name="Google Shape;158;p13"/>
          <p:cNvSpPr/>
          <p:nvPr/>
        </p:nvSpPr>
        <p:spPr>
          <a:xfrm flipH="1">
            <a:off x="9032567" y="5974134"/>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59" name="Google Shape;159;p13"/>
          <p:cNvSpPr/>
          <p:nvPr/>
        </p:nvSpPr>
        <p:spPr>
          <a:xfrm flipH="1">
            <a:off x="5725370" y="23484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0" name="Google Shape;160;p13"/>
          <p:cNvSpPr/>
          <p:nvPr/>
        </p:nvSpPr>
        <p:spPr>
          <a:xfrm>
            <a:off x="9032570" y="-225600"/>
            <a:ext cx="2794989" cy="1028565"/>
          </a:xfrm>
          <a:custGeom>
            <a:avLst/>
            <a:gdLst/>
            <a:ahLst/>
            <a:cxnLst/>
            <a:rect l="l" t="t" r="r" b="b"/>
            <a:pathLst>
              <a:path w="16297" h="5310" extrusionOk="0">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1" name="Google Shape;161;p13"/>
          <p:cNvSpPr/>
          <p:nvPr/>
        </p:nvSpPr>
        <p:spPr>
          <a:xfrm flipH="1">
            <a:off x="10497400" y="9367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2" name="Google Shape;162;p13"/>
          <p:cNvSpPr/>
          <p:nvPr/>
        </p:nvSpPr>
        <p:spPr>
          <a:xfrm flipH="1">
            <a:off x="426032" y="1678609"/>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63" name="Google Shape;163;p13"/>
          <p:cNvGrpSpPr/>
          <p:nvPr/>
        </p:nvGrpSpPr>
        <p:grpSpPr>
          <a:xfrm>
            <a:off x="-2" y="5160968"/>
            <a:ext cx="4262727" cy="1775152"/>
            <a:chOff x="-2" y="3870726"/>
            <a:chExt cx="3197045" cy="1331364"/>
          </a:xfrm>
        </p:grpSpPr>
        <p:sp>
          <p:nvSpPr>
            <p:cNvPr id="164" name="Google Shape;164;p13"/>
            <p:cNvSpPr/>
            <p:nvPr/>
          </p:nvSpPr>
          <p:spPr>
            <a:xfrm flipH="1">
              <a:off x="-2" y="3870726"/>
              <a:ext cx="3197045" cy="1331364"/>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 name="Google Shape;165;p13"/>
            <p:cNvSpPr/>
            <p:nvPr/>
          </p:nvSpPr>
          <p:spPr>
            <a:xfrm flipH="1">
              <a:off x="231907" y="4480606"/>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66" name="Google Shape;166;p13"/>
          <p:cNvSpPr txBox="1">
            <a:spLocks noGrp="1"/>
          </p:cNvSpPr>
          <p:nvPr>
            <p:ph type="title"/>
          </p:nvPr>
        </p:nvSpPr>
        <p:spPr>
          <a:xfrm>
            <a:off x="953333" y="3090272"/>
            <a:ext cx="3115200" cy="53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67" name="Google Shape;167;p13"/>
          <p:cNvSpPr txBox="1">
            <a:spLocks noGrp="1"/>
          </p:cNvSpPr>
          <p:nvPr>
            <p:ph type="title" idx="2" hasCustomPrompt="1"/>
          </p:nvPr>
        </p:nvSpPr>
        <p:spPr>
          <a:xfrm>
            <a:off x="1820533" y="2316733"/>
            <a:ext cx="1380800" cy="7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62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68" name="Google Shape;168;p13"/>
          <p:cNvSpPr txBox="1">
            <a:spLocks noGrp="1"/>
          </p:cNvSpPr>
          <p:nvPr>
            <p:ph type="subTitle" idx="1"/>
          </p:nvPr>
        </p:nvSpPr>
        <p:spPr>
          <a:xfrm>
            <a:off x="953333" y="3661333"/>
            <a:ext cx="3115200" cy="64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69" name="Google Shape;169;p13"/>
          <p:cNvSpPr txBox="1">
            <a:spLocks noGrp="1"/>
          </p:cNvSpPr>
          <p:nvPr>
            <p:ph type="title" idx="3"/>
          </p:nvPr>
        </p:nvSpPr>
        <p:spPr>
          <a:xfrm>
            <a:off x="2062200" y="713333"/>
            <a:ext cx="8067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0" name="Google Shape;170;p13"/>
          <p:cNvSpPr txBox="1">
            <a:spLocks noGrp="1"/>
          </p:cNvSpPr>
          <p:nvPr>
            <p:ph type="title" idx="4"/>
          </p:nvPr>
        </p:nvSpPr>
        <p:spPr>
          <a:xfrm>
            <a:off x="4538267" y="4309472"/>
            <a:ext cx="3115200" cy="53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71" name="Google Shape;171;p13"/>
          <p:cNvSpPr txBox="1">
            <a:spLocks noGrp="1"/>
          </p:cNvSpPr>
          <p:nvPr>
            <p:ph type="title" idx="5" hasCustomPrompt="1"/>
          </p:nvPr>
        </p:nvSpPr>
        <p:spPr>
          <a:xfrm>
            <a:off x="5405467" y="3510800"/>
            <a:ext cx="1380800" cy="7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62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72" name="Google Shape;172;p13"/>
          <p:cNvSpPr txBox="1">
            <a:spLocks noGrp="1"/>
          </p:cNvSpPr>
          <p:nvPr>
            <p:ph type="subTitle" idx="6"/>
          </p:nvPr>
        </p:nvSpPr>
        <p:spPr>
          <a:xfrm>
            <a:off x="4538267" y="4880533"/>
            <a:ext cx="3115200" cy="64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73" name="Google Shape;173;p13"/>
          <p:cNvSpPr txBox="1">
            <a:spLocks noGrp="1"/>
          </p:cNvSpPr>
          <p:nvPr>
            <p:ph type="title" idx="7"/>
          </p:nvPr>
        </p:nvSpPr>
        <p:spPr>
          <a:xfrm>
            <a:off x="8123200" y="3090272"/>
            <a:ext cx="3115200" cy="53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74" name="Google Shape;174;p13"/>
          <p:cNvSpPr txBox="1">
            <a:spLocks noGrp="1"/>
          </p:cNvSpPr>
          <p:nvPr>
            <p:ph type="title" idx="8" hasCustomPrompt="1"/>
          </p:nvPr>
        </p:nvSpPr>
        <p:spPr>
          <a:xfrm>
            <a:off x="8990400" y="2316733"/>
            <a:ext cx="1380800" cy="79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62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75" name="Google Shape;175;p13"/>
          <p:cNvSpPr txBox="1">
            <a:spLocks noGrp="1"/>
          </p:cNvSpPr>
          <p:nvPr>
            <p:ph type="subTitle" idx="9"/>
          </p:nvPr>
        </p:nvSpPr>
        <p:spPr>
          <a:xfrm>
            <a:off x="8123200" y="3661333"/>
            <a:ext cx="3115200" cy="64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885185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76"/>
        <p:cNvGrpSpPr/>
        <p:nvPr/>
      </p:nvGrpSpPr>
      <p:grpSpPr>
        <a:xfrm>
          <a:off x="0" y="0"/>
          <a:ext cx="0" cy="0"/>
          <a:chOff x="0" y="0"/>
          <a:chExt cx="0" cy="0"/>
        </a:xfrm>
      </p:grpSpPr>
      <p:sp>
        <p:nvSpPr>
          <p:cNvPr id="177" name="Google Shape;177;p14"/>
          <p:cNvSpPr/>
          <p:nvPr/>
        </p:nvSpPr>
        <p:spPr>
          <a:xfrm>
            <a:off x="8716834" y="5387501"/>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78" name="Google Shape;178;p14"/>
          <p:cNvGrpSpPr/>
          <p:nvPr/>
        </p:nvGrpSpPr>
        <p:grpSpPr>
          <a:xfrm>
            <a:off x="-7" y="4434733"/>
            <a:ext cx="6311441" cy="2626467"/>
            <a:chOff x="-6" y="3326050"/>
            <a:chExt cx="4733581" cy="1969850"/>
          </a:xfrm>
        </p:grpSpPr>
        <p:sp>
          <p:nvSpPr>
            <p:cNvPr id="179" name="Google Shape;179;p14"/>
            <p:cNvSpPr/>
            <p:nvPr/>
          </p:nvSpPr>
          <p:spPr>
            <a:xfrm flipH="1">
              <a:off x="-6" y="3326050"/>
              <a:ext cx="4733581" cy="1969850"/>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 name="Google Shape;180;p14"/>
            <p:cNvSpPr/>
            <p:nvPr/>
          </p:nvSpPr>
          <p:spPr>
            <a:xfrm flipH="1">
              <a:off x="1072366" y="42754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81" name="Google Shape;181;p14"/>
          <p:cNvSpPr/>
          <p:nvPr/>
        </p:nvSpPr>
        <p:spPr>
          <a:xfrm rot="10800000">
            <a:off x="8562776" y="-34797"/>
            <a:ext cx="3656691" cy="2082261"/>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2" name="Google Shape;182;p14"/>
          <p:cNvSpPr/>
          <p:nvPr/>
        </p:nvSpPr>
        <p:spPr>
          <a:xfrm flipH="1">
            <a:off x="-458725" y="-405867"/>
            <a:ext cx="2626457" cy="2626457"/>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3" name="Google Shape;183;p14"/>
          <p:cNvSpPr/>
          <p:nvPr/>
        </p:nvSpPr>
        <p:spPr>
          <a:xfrm>
            <a:off x="4003431" y="397127"/>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4" name="Google Shape;184;p14"/>
          <p:cNvSpPr/>
          <p:nvPr/>
        </p:nvSpPr>
        <p:spPr>
          <a:xfrm flipH="1">
            <a:off x="7280201" y="397136"/>
            <a:ext cx="353035" cy="317649"/>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5" name="Google Shape;185;p14"/>
          <p:cNvSpPr/>
          <p:nvPr/>
        </p:nvSpPr>
        <p:spPr>
          <a:xfrm flipH="1">
            <a:off x="10497537" y="44347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6" name="Google Shape;186;p14"/>
          <p:cNvSpPr/>
          <p:nvPr/>
        </p:nvSpPr>
        <p:spPr>
          <a:xfrm>
            <a:off x="381816" y="323103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7" name="Google Shape;187;p14"/>
          <p:cNvSpPr txBox="1">
            <a:spLocks noGrp="1"/>
          </p:cNvSpPr>
          <p:nvPr>
            <p:ph type="title"/>
          </p:nvPr>
        </p:nvSpPr>
        <p:spPr>
          <a:xfrm>
            <a:off x="3053400" y="4468800"/>
            <a:ext cx="6085200" cy="65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533"/>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88" name="Google Shape;188;p14"/>
          <p:cNvSpPr txBox="1">
            <a:spLocks noGrp="1"/>
          </p:cNvSpPr>
          <p:nvPr>
            <p:ph type="subTitle" idx="1"/>
          </p:nvPr>
        </p:nvSpPr>
        <p:spPr>
          <a:xfrm>
            <a:off x="2240233" y="2144000"/>
            <a:ext cx="7712000" cy="2121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3733"/>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Tree>
    <p:extLst>
      <p:ext uri="{BB962C8B-B14F-4D97-AF65-F5344CB8AC3E}">
        <p14:creationId xmlns:p14="http://schemas.microsoft.com/office/powerpoint/2010/main" val="6131699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89"/>
        <p:cNvGrpSpPr/>
        <p:nvPr/>
      </p:nvGrpSpPr>
      <p:grpSpPr>
        <a:xfrm>
          <a:off x="0" y="0"/>
          <a:ext cx="0" cy="0"/>
          <a:chOff x="0" y="0"/>
          <a:chExt cx="0" cy="0"/>
        </a:xfrm>
      </p:grpSpPr>
      <p:grpSp>
        <p:nvGrpSpPr>
          <p:cNvPr id="190" name="Google Shape;190;p15"/>
          <p:cNvGrpSpPr/>
          <p:nvPr/>
        </p:nvGrpSpPr>
        <p:grpSpPr>
          <a:xfrm>
            <a:off x="-14" y="4590071"/>
            <a:ext cx="5446100" cy="2267931"/>
            <a:chOff x="5059477" y="3501153"/>
            <a:chExt cx="4084575" cy="1700948"/>
          </a:xfrm>
        </p:grpSpPr>
        <p:sp>
          <p:nvSpPr>
            <p:cNvPr id="191" name="Google Shape;191;p15"/>
            <p:cNvSpPr/>
            <p:nvPr/>
          </p:nvSpPr>
          <p:spPr>
            <a:xfrm flipH="1">
              <a:off x="5059477" y="3501153"/>
              <a:ext cx="4084575" cy="1700948"/>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2" name="Google Shape;192;p15"/>
            <p:cNvSpPr/>
            <p:nvPr/>
          </p:nvSpPr>
          <p:spPr>
            <a:xfrm flipH="1">
              <a:off x="5410277" y="4419773"/>
              <a:ext cx="916461" cy="660369"/>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93" name="Google Shape;193;p15"/>
          <p:cNvSpPr/>
          <p:nvPr/>
        </p:nvSpPr>
        <p:spPr>
          <a:xfrm rot="10800000" flipH="1">
            <a:off x="7348707" y="0"/>
            <a:ext cx="4843309" cy="2014815"/>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4" name="Google Shape;194;p15"/>
          <p:cNvSpPr/>
          <p:nvPr/>
        </p:nvSpPr>
        <p:spPr>
          <a:xfrm flipH="1">
            <a:off x="-734723" y="112014"/>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5" name="Google Shape;195;p15"/>
          <p:cNvSpPr/>
          <p:nvPr/>
        </p:nvSpPr>
        <p:spPr>
          <a:xfrm flipH="1">
            <a:off x="6095870" y="5872327"/>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6" name="Google Shape;196;p15"/>
          <p:cNvSpPr/>
          <p:nvPr/>
        </p:nvSpPr>
        <p:spPr>
          <a:xfrm flipH="1">
            <a:off x="11082766" y="5961269"/>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7" name="Google Shape;197;p15"/>
          <p:cNvSpPr/>
          <p:nvPr/>
        </p:nvSpPr>
        <p:spPr>
          <a:xfrm flipH="1">
            <a:off x="5323399" y="854075"/>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8" name="Google Shape;198;p15"/>
          <p:cNvSpPr txBox="1">
            <a:spLocks noGrp="1"/>
          </p:cNvSpPr>
          <p:nvPr>
            <p:ph type="subTitle" idx="1"/>
          </p:nvPr>
        </p:nvSpPr>
        <p:spPr>
          <a:xfrm>
            <a:off x="1347000" y="3254167"/>
            <a:ext cx="3876800" cy="17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99" name="Google Shape;199;p15"/>
          <p:cNvSpPr txBox="1">
            <a:spLocks noGrp="1"/>
          </p:cNvSpPr>
          <p:nvPr>
            <p:ph type="title"/>
          </p:nvPr>
        </p:nvSpPr>
        <p:spPr>
          <a:xfrm>
            <a:off x="1347000" y="1864033"/>
            <a:ext cx="3876800" cy="13900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9120932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ítle and two columns 1">
  <p:cSld name="Títle and two columns 1">
    <p:spTree>
      <p:nvGrpSpPr>
        <p:cNvPr id="1" name="Shape 200"/>
        <p:cNvGrpSpPr/>
        <p:nvPr/>
      </p:nvGrpSpPr>
      <p:grpSpPr>
        <a:xfrm>
          <a:off x="0" y="0"/>
          <a:ext cx="0" cy="0"/>
          <a:chOff x="0" y="0"/>
          <a:chExt cx="0" cy="0"/>
        </a:xfrm>
      </p:grpSpPr>
      <p:sp>
        <p:nvSpPr>
          <p:cNvPr id="201" name="Google Shape;201;p16"/>
          <p:cNvSpPr txBox="1">
            <a:spLocks noGrp="1"/>
          </p:cNvSpPr>
          <p:nvPr>
            <p:ph type="title"/>
          </p:nvPr>
        </p:nvSpPr>
        <p:spPr>
          <a:xfrm>
            <a:off x="2286600" y="713333"/>
            <a:ext cx="76188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202" name="Google Shape;202;p16"/>
          <p:cNvSpPr txBox="1">
            <a:spLocks noGrp="1"/>
          </p:cNvSpPr>
          <p:nvPr>
            <p:ph type="body" idx="1"/>
          </p:nvPr>
        </p:nvSpPr>
        <p:spPr>
          <a:xfrm>
            <a:off x="960000" y="2145267"/>
            <a:ext cx="5016000" cy="39996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lvl1pPr>
            <a:lvl2pPr marL="1219170" lvl="1" indent="-406390" rtl="0">
              <a:lnSpc>
                <a:spcPct val="100000"/>
              </a:lnSpc>
              <a:spcBef>
                <a:spcPts val="0"/>
              </a:spcBef>
              <a:spcAft>
                <a:spcPts val="0"/>
              </a:spcAft>
              <a:buSzPts val="1200"/>
              <a:buFont typeface="Open Sans"/>
              <a:buChar char="○"/>
              <a:defRPr/>
            </a:lvl2pPr>
            <a:lvl3pPr marL="1828754" lvl="2" indent="-406390" rtl="0">
              <a:lnSpc>
                <a:spcPct val="100000"/>
              </a:lnSpc>
              <a:spcBef>
                <a:spcPts val="0"/>
              </a:spcBef>
              <a:spcAft>
                <a:spcPts val="0"/>
              </a:spcAft>
              <a:buSzPts val="1200"/>
              <a:buFont typeface="Open Sans"/>
              <a:buChar char="■"/>
              <a:defRPr/>
            </a:lvl3pPr>
            <a:lvl4pPr marL="2438339" lvl="3" indent="-406390" rtl="0">
              <a:lnSpc>
                <a:spcPct val="100000"/>
              </a:lnSpc>
              <a:spcBef>
                <a:spcPts val="0"/>
              </a:spcBef>
              <a:spcAft>
                <a:spcPts val="0"/>
              </a:spcAft>
              <a:buSzPts val="1200"/>
              <a:buFont typeface="Open Sans"/>
              <a:buChar char="●"/>
              <a:defRPr/>
            </a:lvl4pPr>
            <a:lvl5pPr marL="3047924" lvl="4" indent="-406390" rtl="0">
              <a:lnSpc>
                <a:spcPct val="100000"/>
              </a:lnSpc>
              <a:spcBef>
                <a:spcPts val="0"/>
              </a:spcBef>
              <a:spcAft>
                <a:spcPts val="0"/>
              </a:spcAft>
              <a:buSzPts val="1200"/>
              <a:buFont typeface="Open Sans"/>
              <a:buChar char="○"/>
              <a:defRPr/>
            </a:lvl5pPr>
            <a:lvl6pPr marL="3657509" lvl="5" indent="-406390" rtl="0">
              <a:lnSpc>
                <a:spcPct val="100000"/>
              </a:lnSpc>
              <a:spcBef>
                <a:spcPts val="0"/>
              </a:spcBef>
              <a:spcAft>
                <a:spcPts val="0"/>
              </a:spcAft>
              <a:buSzPts val="1200"/>
              <a:buFont typeface="Open Sans"/>
              <a:buChar char="■"/>
              <a:defRPr/>
            </a:lvl6pPr>
            <a:lvl7pPr marL="4267093" lvl="6" indent="-406390" rtl="0">
              <a:lnSpc>
                <a:spcPct val="100000"/>
              </a:lnSpc>
              <a:spcBef>
                <a:spcPts val="0"/>
              </a:spcBef>
              <a:spcAft>
                <a:spcPts val="0"/>
              </a:spcAft>
              <a:buSzPts val="1200"/>
              <a:buFont typeface="Open Sans"/>
              <a:buChar char="●"/>
              <a:defRPr/>
            </a:lvl7pPr>
            <a:lvl8pPr marL="4876678" lvl="7" indent="-406390" rtl="0">
              <a:lnSpc>
                <a:spcPct val="100000"/>
              </a:lnSpc>
              <a:spcBef>
                <a:spcPts val="0"/>
              </a:spcBef>
              <a:spcAft>
                <a:spcPts val="0"/>
              </a:spcAft>
              <a:buSzPts val="1200"/>
              <a:buFont typeface="Open Sans"/>
              <a:buChar char="○"/>
              <a:defRPr/>
            </a:lvl8pPr>
            <a:lvl9pPr marL="5486263" lvl="8" indent="-406390" rtl="0">
              <a:lnSpc>
                <a:spcPct val="100000"/>
              </a:lnSpc>
              <a:spcBef>
                <a:spcPts val="0"/>
              </a:spcBef>
              <a:spcAft>
                <a:spcPts val="0"/>
              </a:spcAft>
              <a:buSzPts val="1200"/>
              <a:buFont typeface="Open Sans"/>
              <a:buChar char="■"/>
              <a:defRPr/>
            </a:lvl9pPr>
          </a:lstStyle>
          <a:p>
            <a:pPr lvl="0"/>
            <a:r>
              <a:rPr lang="en-US"/>
              <a:t>Click to edit Master text styles</a:t>
            </a:r>
          </a:p>
        </p:txBody>
      </p:sp>
      <p:sp>
        <p:nvSpPr>
          <p:cNvPr id="203" name="Google Shape;203;p16"/>
          <p:cNvSpPr txBox="1">
            <a:spLocks noGrp="1"/>
          </p:cNvSpPr>
          <p:nvPr>
            <p:ph type="body" idx="2"/>
          </p:nvPr>
        </p:nvSpPr>
        <p:spPr>
          <a:xfrm>
            <a:off x="6216000" y="2145267"/>
            <a:ext cx="5016000" cy="39996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lvl1pPr>
            <a:lvl2pPr marL="1219170" lvl="1" indent="-406390" rtl="0">
              <a:lnSpc>
                <a:spcPct val="100000"/>
              </a:lnSpc>
              <a:spcBef>
                <a:spcPts val="0"/>
              </a:spcBef>
              <a:spcAft>
                <a:spcPts val="0"/>
              </a:spcAft>
              <a:buSzPts val="1200"/>
              <a:buFont typeface="Open Sans"/>
              <a:buChar char="○"/>
              <a:defRPr/>
            </a:lvl2pPr>
            <a:lvl3pPr marL="1828754" lvl="2" indent="-406390" rtl="0">
              <a:lnSpc>
                <a:spcPct val="100000"/>
              </a:lnSpc>
              <a:spcBef>
                <a:spcPts val="0"/>
              </a:spcBef>
              <a:spcAft>
                <a:spcPts val="0"/>
              </a:spcAft>
              <a:buSzPts val="1200"/>
              <a:buFont typeface="Open Sans"/>
              <a:buChar char="■"/>
              <a:defRPr/>
            </a:lvl3pPr>
            <a:lvl4pPr marL="2438339" lvl="3" indent="-406390" rtl="0">
              <a:lnSpc>
                <a:spcPct val="100000"/>
              </a:lnSpc>
              <a:spcBef>
                <a:spcPts val="0"/>
              </a:spcBef>
              <a:spcAft>
                <a:spcPts val="0"/>
              </a:spcAft>
              <a:buSzPts val="1200"/>
              <a:buFont typeface="Open Sans"/>
              <a:buChar char="●"/>
              <a:defRPr/>
            </a:lvl4pPr>
            <a:lvl5pPr marL="3047924" lvl="4" indent="-406390" rtl="0">
              <a:lnSpc>
                <a:spcPct val="100000"/>
              </a:lnSpc>
              <a:spcBef>
                <a:spcPts val="0"/>
              </a:spcBef>
              <a:spcAft>
                <a:spcPts val="0"/>
              </a:spcAft>
              <a:buSzPts val="1200"/>
              <a:buFont typeface="Open Sans"/>
              <a:buChar char="○"/>
              <a:defRPr/>
            </a:lvl5pPr>
            <a:lvl6pPr marL="3657509" lvl="5" indent="-406390" rtl="0">
              <a:lnSpc>
                <a:spcPct val="100000"/>
              </a:lnSpc>
              <a:spcBef>
                <a:spcPts val="0"/>
              </a:spcBef>
              <a:spcAft>
                <a:spcPts val="0"/>
              </a:spcAft>
              <a:buSzPts val="1200"/>
              <a:buFont typeface="Open Sans"/>
              <a:buChar char="■"/>
              <a:defRPr/>
            </a:lvl6pPr>
            <a:lvl7pPr marL="4267093" lvl="6" indent="-406390" rtl="0">
              <a:lnSpc>
                <a:spcPct val="100000"/>
              </a:lnSpc>
              <a:spcBef>
                <a:spcPts val="0"/>
              </a:spcBef>
              <a:spcAft>
                <a:spcPts val="0"/>
              </a:spcAft>
              <a:buSzPts val="1200"/>
              <a:buFont typeface="Open Sans"/>
              <a:buChar char="●"/>
              <a:defRPr/>
            </a:lvl7pPr>
            <a:lvl8pPr marL="4876678" lvl="7" indent="-406390" rtl="0">
              <a:lnSpc>
                <a:spcPct val="100000"/>
              </a:lnSpc>
              <a:spcBef>
                <a:spcPts val="0"/>
              </a:spcBef>
              <a:spcAft>
                <a:spcPts val="0"/>
              </a:spcAft>
              <a:buSzPts val="1200"/>
              <a:buFont typeface="Open Sans"/>
              <a:buChar char="○"/>
              <a:defRPr/>
            </a:lvl8pPr>
            <a:lvl9pPr marL="5486263" lvl="8" indent="-406390" rtl="0">
              <a:lnSpc>
                <a:spcPct val="100000"/>
              </a:lnSpc>
              <a:spcBef>
                <a:spcPts val="0"/>
              </a:spcBef>
              <a:spcAft>
                <a:spcPts val="0"/>
              </a:spcAft>
              <a:buSzPts val="1200"/>
              <a:buFont typeface="Open Sans"/>
              <a:buChar char="■"/>
              <a:defRPr/>
            </a:lvl9pPr>
          </a:lstStyle>
          <a:p>
            <a:pPr lvl="0"/>
            <a:r>
              <a:rPr lang="en-US"/>
              <a:t>Click to edit Master text styles</a:t>
            </a:r>
          </a:p>
        </p:txBody>
      </p:sp>
      <p:sp>
        <p:nvSpPr>
          <p:cNvPr id="204" name="Google Shape;204;p16"/>
          <p:cNvSpPr/>
          <p:nvPr/>
        </p:nvSpPr>
        <p:spPr>
          <a:xfrm rot="10800000">
            <a:off x="-51381" y="-21970"/>
            <a:ext cx="3235215" cy="1347203"/>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5" name="Google Shape;205;p16"/>
          <p:cNvSpPr/>
          <p:nvPr/>
        </p:nvSpPr>
        <p:spPr>
          <a:xfrm>
            <a:off x="9418137" y="338561"/>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6" name="Google Shape;206;p16"/>
          <p:cNvSpPr/>
          <p:nvPr/>
        </p:nvSpPr>
        <p:spPr>
          <a:xfrm>
            <a:off x="10370770" y="0"/>
            <a:ext cx="1983029" cy="798699"/>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7" name="Google Shape;207;p16"/>
          <p:cNvSpPr/>
          <p:nvPr/>
        </p:nvSpPr>
        <p:spPr>
          <a:xfrm flipH="1">
            <a:off x="8019440" y="5914867"/>
            <a:ext cx="4579360" cy="964892"/>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8" name="Google Shape;208;p16"/>
          <p:cNvSpPr/>
          <p:nvPr/>
        </p:nvSpPr>
        <p:spPr>
          <a:xfrm>
            <a:off x="346352" y="5914164"/>
            <a:ext cx="715265" cy="643601"/>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5665743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09"/>
        <p:cNvGrpSpPr/>
        <p:nvPr/>
      </p:nvGrpSpPr>
      <p:grpSpPr>
        <a:xfrm>
          <a:off x="0" y="0"/>
          <a:ext cx="0" cy="0"/>
          <a:chOff x="0" y="0"/>
          <a:chExt cx="0" cy="0"/>
        </a:xfrm>
      </p:grpSpPr>
      <p:grpSp>
        <p:nvGrpSpPr>
          <p:cNvPr id="210" name="Google Shape;210;p17"/>
          <p:cNvGrpSpPr/>
          <p:nvPr/>
        </p:nvGrpSpPr>
        <p:grpSpPr>
          <a:xfrm rot="10800000">
            <a:off x="9042081" y="-44433"/>
            <a:ext cx="3643153" cy="1515551"/>
            <a:chOff x="-32" y="3833549"/>
            <a:chExt cx="3148974" cy="1309972"/>
          </a:xfrm>
        </p:grpSpPr>
        <p:sp>
          <p:nvSpPr>
            <p:cNvPr id="211" name="Google Shape;211;p17"/>
            <p:cNvSpPr/>
            <p:nvPr/>
          </p:nvSpPr>
          <p:spPr>
            <a:xfrm flipH="1">
              <a:off x="-32" y="3833549"/>
              <a:ext cx="3148974" cy="1309972"/>
            </a:xfrm>
            <a:custGeom>
              <a:avLst/>
              <a:gdLst/>
              <a:ahLst/>
              <a:cxnLst/>
              <a:rect l="l" t="t" r="r" b="b"/>
              <a:pathLst>
                <a:path w="53089" h="22085" extrusionOk="0">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2" name="Google Shape;212;p17"/>
            <p:cNvSpPr/>
            <p:nvPr/>
          </p:nvSpPr>
          <p:spPr>
            <a:xfrm flipH="1">
              <a:off x="832257" y="4608506"/>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13" name="Google Shape;213;p17"/>
          <p:cNvSpPr/>
          <p:nvPr/>
        </p:nvSpPr>
        <p:spPr>
          <a:xfrm flipH="1">
            <a:off x="-1331730" y="82200"/>
            <a:ext cx="3460097" cy="798539"/>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4" name="Google Shape;214;p17"/>
          <p:cNvSpPr/>
          <p:nvPr/>
        </p:nvSpPr>
        <p:spPr>
          <a:xfrm flipH="1">
            <a:off x="8573973" y="5827701"/>
            <a:ext cx="4579360" cy="964892"/>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5" name="Google Shape;215;p17"/>
          <p:cNvSpPr/>
          <p:nvPr/>
        </p:nvSpPr>
        <p:spPr>
          <a:xfrm flipH="1">
            <a:off x="559863" y="1663867"/>
            <a:ext cx="918869" cy="337700"/>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6" name="Google Shape;216;p17"/>
          <p:cNvSpPr/>
          <p:nvPr/>
        </p:nvSpPr>
        <p:spPr>
          <a:xfrm flipH="1">
            <a:off x="10779233" y="1356936"/>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7" name="Google Shape;217;p17"/>
          <p:cNvSpPr/>
          <p:nvPr/>
        </p:nvSpPr>
        <p:spPr>
          <a:xfrm>
            <a:off x="-464167" y="5974134"/>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8" name="Google Shape;218;p17"/>
          <p:cNvSpPr txBox="1">
            <a:spLocks noGrp="1"/>
          </p:cNvSpPr>
          <p:nvPr>
            <p:ph type="title"/>
          </p:nvPr>
        </p:nvSpPr>
        <p:spPr>
          <a:xfrm>
            <a:off x="1061600" y="3434284"/>
            <a:ext cx="3115200" cy="70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933"/>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19" name="Google Shape;219;p17"/>
          <p:cNvSpPr txBox="1">
            <a:spLocks noGrp="1"/>
          </p:cNvSpPr>
          <p:nvPr>
            <p:ph type="subTitle" idx="1"/>
          </p:nvPr>
        </p:nvSpPr>
        <p:spPr>
          <a:xfrm>
            <a:off x="1061600" y="4216341"/>
            <a:ext cx="3115200" cy="9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0" name="Google Shape;220;p17"/>
          <p:cNvSpPr txBox="1">
            <a:spLocks noGrp="1"/>
          </p:cNvSpPr>
          <p:nvPr>
            <p:ph type="title" idx="2"/>
          </p:nvPr>
        </p:nvSpPr>
        <p:spPr>
          <a:xfrm>
            <a:off x="4538400" y="3434284"/>
            <a:ext cx="3115200" cy="70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933"/>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21" name="Google Shape;221;p17"/>
          <p:cNvSpPr txBox="1">
            <a:spLocks noGrp="1"/>
          </p:cNvSpPr>
          <p:nvPr>
            <p:ph type="subTitle" idx="3"/>
          </p:nvPr>
        </p:nvSpPr>
        <p:spPr>
          <a:xfrm>
            <a:off x="4538400" y="4216341"/>
            <a:ext cx="3115200" cy="9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2" name="Google Shape;222;p17"/>
          <p:cNvSpPr txBox="1">
            <a:spLocks noGrp="1"/>
          </p:cNvSpPr>
          <p:nvPr>
            <p:ph type="title" idx="4"/>
          </p:nvPr>
        </p:nvSpPr>
        <p:spPr>
          <a:xfrm>
            <a:off x="8015200" y="3434284"/>
            <a:ext cx="3115200" cy="70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933"/>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23" name="Google Shape;223;p17"/>
          <p:cNvSpPr txBox="1">
            <a:spLocks noGrp="1"/>
          </p:cNvSpPr>
          <p:nvPr>
            <p:ph type="subTitle" idx="5"/>
          </p:nvPr>
        </p:nvSpPr>
        <p:spPr>
          <a:xfrm>
            <a:off x="8015200" y="4216341"/>
            <a:ext cx="3115200" cy="9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4" name="Google Shape;224;p17"/>
          <p:cNvSpPr txBox="1">
            <a:spLocks noGrp="1"/>
          </p:cNvSpPr>
          <p:nvPr>
            <p:ph type="title" idx="6"/>
          </p:nvPr>
        </p:nvSpPr>
        <p:spPr>
          <a:xfrm>
            <a:off x="2062200" y="713333"/>
            <a:ext cx="8067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9461425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25"/>
        <p:cNvGrpSpPr/>
        <p:nvPr/>
      </p:nvGrpSpPr>
      <p:grpSpPr>
        <a:xfrm>
          <a:off x="0" y="0"/>
          <a:ext cx="0" cy="0"/>
          <a:chOff x="0" y="0"/>
          <a:chExt cx="0" cy="0"/>
        </a:xfrm>
      </p:grpSpPr>
      <p:sp>
        <p:nvSpPr>
          <p:cNvPr id="226" name="Google Shape;226;p18"/>
          <p:cNvSpPr/>
          <p:nvPr/>
        </p:nvSpPr>
        <p:spPr>
          <a:xfrm flipH="1">
            <a:off x="11110242" y="5898572"/>
            <a:ext cx="546997" cy="492200"/>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27" name="Google Shape;227;p18"/>
          <p:cNvSpPr/>
          <p:nvPr/>
        </p:nvSpPr>
        <p:spPr>
          <a:xfrm flipH="1">
            <a:off x="9932219" y="13569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28" name="Google Shape;228;p18"/>
          <p:cNvSpPr/>
          <p:nvPr/>
        </p:nvSpPr>
        <p:spPr>
          <a:xfrm>
            <a:off x="3850449" y="3610981"/>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29" name="Google Shape;229;p18"/>
          <p:cNvSpPr/>
          <p:nvPr/>
        </p:nvSpPr>
        <p:spPr>
          <a:xfrm flipH="1">
            <a:off x="196467" y="2213024"/>
            <a:ext cx="605403" cy="387645"/>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30" name="Google Shape;230;p18"/>
          <p:cNvSpPr/>
          <p:nvPr/>
        </p:nvSpPr>
        <p:spPr>
          <a:xfrm rot="10800000" flipH="1">
            <a:off x="8413367" y="-37951"/>
            <a:ext cx="3778692" cy="157351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31" name="Google Shape;231;p18"/>
          <p:cNvSpPr/>
          <p:nvPr/>
        </p:nvSpPr>
        <p:spPr>
          <a:xfrm rot="10800000" flipH="1">
            <a:off x="-140400" y="-86882"/>
            <a:ext cx="3443352" cy="1960783"/>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32" name="Google Shape;232;p18"/>
          <p:cNvSpPr txBox="1">
            <a:spLocks noGrp="1"/>
          </p:cNvSpPr>
          <p:nvPr>
            <p:ph type="title"/>
          </p:nvPr>
        </p:nvSpPr>
        <p:spPr>
          <a:xfrm>
            <a:off x="960000" y="2191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3" name="Google Shape;233;p18"/>
          <p:cNvSpPr txBox="1">
            <a:spLocks noGrp="1"/>
          </p:cNvSpPr>
          <p:nvPr>
            <p:ph type="subTitle" idx="1"/>
          </p:nvPr>
        </p:nvSpPr>
        <p:spPr>
          <a:xfrm>
            <a:off x="960000" y="2721033"/>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4" name="Google Shape;234;p18"/>
          <p:cNvSpPr txBox="1">
            <a:spLocks noGrp="1"/>
          </p:cNvSpPr>
          <p:nvPr>
            <p:ph type="title" idx="2"/>
          </p:nvPr>
        </p:nvSpPr>
        <p:spPr>
          <a:xfrm>
            <a:off x="4591433" y="2191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5" name="Google Shape;235;p18"/>
          <p:cNvSpPr txBox="1">
            <a:spLocks noGrp="1"/>
          </p:cNvSpPr>
          <p:nvPr>
            <p:ph type="subTitle" idx="3"/>
          </p:nvPr>
        </p:nvSpPr>
        <p:spPr>
          <a:xfrm>
            <a:off x="4591433" y="2721033"/>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6" name="Google Shape;236;p18"/>
          <p:cNvSpPr txBox="1">
            <a:spLocks noGrp="1"/>
          </p:cNvSpPr>
          <p:nvPr>
            <p:ph type="title" idx="4"/>
          </p:nvPr>
        </p:nvSpPr>
        <p:spPr>
          <a:xfrm>
            <a:off x="960000" y="4344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7" name="Google Shape;237;p18"/>
          <p:cNvSpPr txBox="1">
            <a:spLocks noGrp="1"/>
          </p:cNvSpPr>
          <p:nvPr>
            <p:ph type="subTitle" idx="5"/>
          </p:nvPr>
        </p:nvSpPr>
        <p:spPr>
          <a:xfrm>
            <a:off x="960000" y="4873867"/>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38" name="Google Shape;238;p18"/>
          <p:cNvSpPr txBox="1">
            <a:spLocks noGrp="1"/>
          </p:cNvSpPr>
          <p:nvPr>
            <p:ph type="title" idx="6"/>
          </p:nvPr>
        </p:nvSpPr>
        <p:spPr>
          <a:xfrm>
            <a:off x="4591433" y="4344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39" name="Google Shape;239;p18"/>
          <p:cNvSpPr txBox="1">
            <a:spLocks noGrp="1"/>
          </p:cNvSpPr>
          <p:nvPr>
            <p:ph type="subTitle" idx="7"/>
          </p:nvPr>
        </p:nvSpPr>
        <p:spPr>
          <a:xfrm>
            <a:off x="4591433" y="4873867"/>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0" name="Google Shape;240;p18"/>
          <p:cNvSpPr txBox="1">
            <a:spLocks noGrp="1"/>
          </p:cNvSpPr>
          <p:nvPr>
            <p:ph type="title" idx="8"/>
          </p:nvPr>
        </p:nvSpPr>
        <p:spPr>
          <a:xfrm>
            <a:off x="8222867" y="2191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41" name="Google Shape;241;p18"/>
          <p:cNvSpPr txBox="1">
            <a:spLocks noGrp="1"/>
          </p:cNvSpPr>
          <p:nvPr>
            <p:ph type="subTitle" idx="9"/>
          </p:nvPr>
        </p:nvSpPr>
        <p:spPr>
          <a:xfrm>
            <a:off x="8222867" y="2721033"/>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2" name="Google Shape;242;p18"/>
          <p:cNvSpPr txBox="1">
            <a:spLocks noGrp="1"/>
          </p:cNvSpPr>
          <p:nvPr>
            <p:ph type="title" idx="13"/>
          </p:nvPr>
        </p:nvSpPr>
        <p:spPr>
          <a:xfrm>
            <a:off x="8222867" y="4344233"/>
            <a:ext cx="3009200" cy="55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243" name="Google Shape;243;p18"/>
          <p:cNvSpPr txBox="1">
            <a:spLocks noGrp="1"/>
          </p:cNvSpPr>
          <p:nvPr>
            <p:ph type="subTitle" idx="14"/>
          </p:nvPr>
        </p:nvSpPr>
        <p:spPr>
          <a:xfrm>
            <a:off x="8222867" y="4873867"/>
            <a:ext cx="3009200" cy="76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4" name="Google Shape;244;p18"/>
          <p:cNvSpPr txBox="1">
            <a:spLocks noGrp="1"/>
          </p:cNvSpPr>
          <p:nvPr>
            <p:ph type="title" idx="15"/>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867990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45"/>
        <p:cNvGrpSpPr/>
        <p:nvPr/>
      </p:nvGrpSpPr>
      <p:grpSpPr>
        <a:xfrm>
          <a:off x="0" y="0"/>
          <a:ext cx="0" cy="0"/>
          <a:chOff x="0" y="0"/>
          <a:chExt cx="0" cy="0"/>
        </a:xfrm>
      </p:grpSpPr>
      <p:sp>
        <p:nvSpPr>
          <p:cNvPr id="246" name="Google Shape;246;p19"/>
          <p:cNvSpPr/>
          <p:nvPr/>
        </p:nvSpPr>
        <p:spPr>
          <a:xfrm flipH="1">
            <a:off x="-349751" y="-424833"/>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7" name="Google Shape;247;p19"/>
          <p:cNvSpPr/>
          <p:nvPr/>
        </p:nvSpPr>
        <p:spPr>
          <a:xfrm flipH="1">
            <a:off x="1447703" y="5066727"/>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8" name="Google Shape;248;p19"/>
          <p:cNvSpPr/>
          <p:nvPr/>
        </p:nvSpPr>
        <p:spPr>
          <a:xfrm flipH="1">
            <a:off x="11151865" y="6053275"/>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9" name="Google Shape;249;p19"/>
          <p:cNvSpPr/>
          <p:nvPr/>
        </p:nvSpPr>
        <p:spPr>
          <a:xfrm rot="10800000">
            <a:off x="8925175" y="-161139"/>
            <a:ext cx="3357459" cy="1911873"/>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50" name="Google Shape;250;p19"/>
          <p:cNvGrpSpPr/>
          <p:nvPr/>
        </p:nvGrpSpPr>
        <p:grpSpPr>
          <a:xfrm>
            <a:off x="1" y="5381401"/>
            <a:ext cx="3531367" cy="1581737"/>
            <a:chOff x="0" y="4036050"/>
            <a:chExt cx="2648525" cy="1186303"/>
          </a:xfrm>
        </p:grpSpPr>
        <p:sp>
          <p:nvSpPr>
            <p:cNvPr id="251" name="Google Shape;251;p19"/>
            <p:cNvSpPr/>
            <p:nvPr/>
          </p:nvSpPr>
          <p:spPr>
            <a:xfrm flipH="1">
              <a:off x="0" y="4036050"/>
              <a:ext cx="2648525" cy="1102895"/>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2" name="Google Shape;252;p19"/>
            <p:cNvSpPr/>
            <p:nvPr/>
          </p:nvSpPr>
          <p:spPr>
            <a:xfrm flipH="1">
              <a:off x="86630" y="4584650"/>
              <a:ext cx="885107" cy="637703"/>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53" name="Google Shape;253;p19"/>
          <p:cNvSpPr txBox="1">
            <a:spLocks noGrp="1"/>
          </p:cNvSpPr>
          <p:nvPr>
            <p:ph type="title"/>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54" name="Google Shape;254;p19"/>
          <p:cNvSpPr/>
          <p:nvPr/>
        </p:nvSpPr>
        <p:spPr>
          <a:xfrm>
            <a:off x="-667816" y="114300"/>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821360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55"/>
        <p:cNvGrpSpPr/>
        <p:nvPr/>
      </p:nvGrpSpPr>
      <p:grpSpPr>
        <a:xfrm>
          <a:off x="0" y="0"/>
          <a:ext cx="0" cy="0"/>
          <a:chOff x="0" y="0"/>
          <a:chExt cx="0" cy="0"/>
        </a:xfrm>
      </p:grpSpPr>
      <p:sp>
        <p:nvSpPr>
          <p:cNvPr id="256" name="Google Shape;256;p20"/>
          <p:cNvSpPr/>
          <p:nvPr/>
        </p:nvSpPr>
        <p:spPr>
          <a:xfrm flipH="1">
            <a:off x="212470" y="6386739"/>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57" name="Google Shape;257;p20"/>
          <p:cNvSpPr/>
          <p:nvPr/>
        </p:nvSpPr>
        <p:spPr>
          <a:xfrm rot="10800000" flipH="1">
            <a:off x="1" y="-5"/>
            <a:ext cx="3261511" cy="1857239"/>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58" name="Google Shape;258;p20"/>
          <p:cNvGrpSpPr/>
          <p:nvPr/>
        </p:nvGrpSpPr>
        <p:grpSpPr>
          <a:xfrm>
            <a:off x="8673269" y="-114234"/>
            <a:ext cx="3531367" cy="1581737"/>
            <a:chOff x="4330350" y="1572375"/>
            <a:chExt cx="2648525" cy="1186303"/>
          </a:xfrm>
        </p:grpSpPr>
        <p:sp>
          <p:nvSpPr>
            <p:cNvPr id="259" name="Google Shape;259;p20"/>
            <p:cNvSpPr/>
            <p:nvPr/>
          </p:nvSpPr>
          <p:spPr>
            <a:xfrm rot="10800000" flipH="1">
              <a:off x="4330350" y="1655782"/>
              <a:ext cx="2648525" cy="1102895"/>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20"/>
            <p:cNvSpPr/>
            <p:nvPr/>
          </p:nvSpPr>
          <p:spPr>
            <a:xfrm rot="10800000" flipH="1">
              <a:off x="6007138" y="1572375"/>
              <a:ext cx="885107" cy="637703"/>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61" name="Google Shape;261;p20"/>
          <p:cNvSpPr txBox="1">
            <a:spLocks noGrp="1"/>
          </p:cNvSpPr>
          <p:nvPr>
            <p:ph type="title"/>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33127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62"/>
        <p:cNvGrpSpPr/>
        <p:nvPr/>
      </p:nvGrpSpPr>
      <p:grpSpPr>
        <a:xfrm>
          <a:off x="0" y="0"/>
          <a:ext cx="0" cy="0"/>
          <a:chOff x="0" y="0"/>
          <a:chExt cx="0" cy="0"/>
        </a:xfrm>
      </p:grpSpPr>
      <p:sp>
        <p:nvSpPr>
          <p:cNvPr id="263" name="Google Shape;263;p21"/>
          <p:cNvSpPr/>
          <p:nvPr/>
        </p:nvSpPr>
        <p:spPr>
          <a:xfrm flipH="1">
            <a:off x="10410303" y="4409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64" name="Google Shape;264;p21"/>
          <p:cNvSpPr/>
          <p:nvPr/>
        </p:nvSpPr>
        <p:spPr>
          <a:xfrm flipH="1">
            <a:off x="11238533" y="1184069"/>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65" name="Google Shape;265;p21"/>
          <p:cNvSpPr/>
          <p:nvPr/>
        </p:nvSpPr>
        <p:spPr>
          <a:xfrm flipH="1">
            <a:off x="-16" y="5403701"/>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66" name="Google Shape;266;p21"/>
          <p:cNvSpPr/>
          <p:nvPr/>
        </p:nvSpPr>
        <p:spPr>
          <a:xfrm flipH="1">
            <a:off x="9267520" y="5192667"/>
            <a:ext cx="2924480" cy="1665327"/>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67" name="Google Shape;267;p21"/>
          <p:cNvSpPr/>
          <p:nvPr/>
        </p:nvSpPr>
        <p:spPr>
          <a:xfrm rot="10800000">
            <a:off x="-12633" y="-21924"/>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68" name="Google Shape;268;p21"/>
          <p:cNvSpPr txBox="1">
            <a:spLocks noGrp="1"/>
          </p:cNvSpPr>
          <p:nvPr>
            <p:ph type="title"/>
          </p:nvPr>
        </p:nvSpPr>
        <p:spPr>
          <a:xfrm>
            <a:off x="1631200" y="713333"/>
            <a:ext cx="8929600" cy="64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9" name="Google Shape;269;p21"/>
          <p:cNvSpPr/>
          <p:nvPr/>
        </p:nvSpPr>
        <p:spPr>
          <a:xfrm flipH="1">
            <a:off x="202148" y="6273609"/>
            <a:ext cx="966120" cy="696071"/>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8205308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70"/>
        <p:cNvGrpSpPr/>
        <p:nvPr/>
      </p:nvGrpSpPr>
      <p:grpSpPr>
        <a:xfrm>
          <a:off x="0" y="0"/>
          <a:ext cx="0" cy="0"/>
          <a:chOff x="0" y="0"/>
          <a:chExt cx="0" cy="0"/>
        </a:xfrm>
      </p:grpSpPr>
      <p:sp>
        <p:nvSpPr>
          <p:cNvPr id="271" name="Google Shape;271;p22"/>
          <p:cNvSpPr/>
          <p:nvPr/>
        </p:nvSpPr>
        <p:spPr>
          <a:xfrm flipH="1">
            <a:off x="-531918" y="1"/>
            <a:ext cx="2104276" cy="1919297"/>
          </a:xfrm>
          <a:custGeom>
            <a:avLst/>
            <a:gdLst/>
            <a:ahLst/>
            <a:cxnLst/>
            <a:rect l="l" t="t" r="r" b="b"/>
            <a:pathLst>
              <a:path w="14925" h="13613" extrusionOk="0">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72" name="Google Shape;272;p22"/>
          <p:cNvSpPr/>
          <p:nvPr/>
        </p:nvSpPr>
        <p:spPr>
          <a:xfrm flipH="1">
            <a:off x="5725503" y="41285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73" name="Google Shape;273;p22"/>
          <p:cNvSpPr/>
          <p:nvPr/>
        </p:nvSpPr>
        <p:spPr>
          <a:xfrm flipH="1">
            <a:off x="9339000" y="1626536"/>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74" name="Google Shape;274;p22"/>
          <p:cNvSpPr/>
          <p:nvPr/>
        </p:nvSpPr>
        <p:spPr>
          <a:xfrm flipH="1">
            <a:off x="2156799" y="2256242"/>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75" name="Google Shape;275;p22"/>
          <p:cNvGrpSpPr/>
          <p:nvPr/>
        </p:nvGrpSpPr>
        <p:grpSpPr>
          <a:xfrm flipH="1">
            <a:off x="10753693" y="91116"/>
            <a:ext cx="1547145" cy="2299163"/>
            <a:chOff x="734550" y="2051650"/>
            <a:chExt cx="341825" cy="507975"/>
          </a:xfrm>
        </p:grpSpPr>
        <p:sp>
          <p:nvSpPr>
            <p:cNvPr id="276" name="Google Shape;276;p22"/>
            <p:cNvSpPr/>
            <p:nvPr/>
          </p:nvSpPr>
          <p:spPr>
            <a:xfrm>
              <a:off x="741075" y="2051650"/>
              <a:ext cx="335300" cy="239300"/>
            </a:xfrm>
            <a:custGeom>
              <a:avLst/>
              <a:gdLst/>
              <a:ahLst/>
              <a:cxnLst/>
              <a:rect l="l" t="t" r="r" b="b"/>
              <a:pathLst>
                <a:path w="13412" h="9572" extrusionOk="0">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7" name="Google Shape;277;p22"/>
            <p:cNvSpPr/>
            <p:nvPr/>
          </p:nvSpPr>
          <p:spPr>
            <a:xfrm>
              <a:off x="734550" y="2149000"/>
              <a:ext cx="187750" cy="410625"/>
            </a:xfrm>
            <a:custGeom>
              <a:avLst/>
              <a:gdLst/>
              <a:ahLst/>
              <a:cxnLst/>
              <a:rect l="l" t="t" r="r" b="b"/>
              <a:pathLst>
                <a:path w="7510" h="16425" extrusionOk="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8" name="Google Shape;278;p22"/>
            <p:cNvSpPr/>
            <p:nvPr/>
          </p:nvSpPr>
          <p:spPr>
            <a:xfrm>
              <a:off x="758700" y="2118950"/>
              <a:ext cx="236475" cy="253100"/>
            </a:xfrm>
            <a:custGeom>
              <a:avLst/>
              <a:gdLst/>
              <a:ahLst/>
              <a:cxnLst/>
              <a:rect l="l" t="t" r="r" b="b"/>
              <a:pathLst>
                <a:path w="9459" h="10124" extrusionOk="0">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79" name="Google Shape;279;p22"/>
          <p:cNvSpPr/>
          <p:nvPr/>
        </p:nvSpPr>
        <p:spPr>
          <a:xfrm flipH="1">
            <a:off x="-99467" y="271401"/>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80" name="Google Shape;280;p22"/>
          <p:cNvSpPr/>
          <p:nvPr/>
        </p:nvSpPr>
        <p:spPr>
          <a:xfrm flipH="1">
            <a:off x="-474227" y="5893134"/>
            <a:ext cx="4579360" cy="964892"/>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81" name="Google Shape;281;p22"/>
          <p:cNvGrpSpPr/>
          <p:nvPr/>
        </p:nvGrpSpPr>
        <p:grpSpPr>
          <a:xfrm>
            <a:off x="7609198" y="5071581"/>
            <a:ext cx="4608831" cy="1919203"/>
            <a:chOff x="5345149" y="3561586"/>
            <a:chExt cx="3798904" cy="1581934"/>
          </a:xfrm>
        </p:grpSpPr>
        <p:sp>
          <p:nvSpPr>
            <p:cNvPr id="282" name="Google Shape;282;p22"/>
            <p:cNvSpPr/>
            <p:nvPr/>
          </p:nvSpPr>
          <p:spPr>
            <a:xfrm>
              <a:off x="5345149" y="3561586"/>
              <a:ext cx="3798904" cy="1581934"/>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22"/>
            <p:cNvSpPr/>
            <p:nvPr/>
          </p:nvSpPr>
          <p:spPr>
            <a:xfrm>
              <a:off x="8359057" y="4098269"/>
              <a:ext cx="705789" cy="508567"/>
            </a:xfrm>
            <a:custGeom>
              <a:avLst/>
              <a:gdLst/>
              <a:ahLst/>
              <a:cxnLst/>
              <a:rect l="l" t="t" r="r" b="b"/>
              <a:pathLst>
                <a:path w="11899" h="8574" extrusionOk="0">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84" name="Google Shape;284;p22"/>
          <p:cNvSpPr txBox="1">
            <a:spLocks noGrp="1"/>
          </p:cNvSpPr>
          <p:nvPr>
            <p:ph type="title" hasCustomPrompt="1"/>
          </p:nvPr>
        </p:nvSpPr>
        <p:spPr>
          <a:xfrm>
            <a:off x="4105117" y="1253433"/>
            <a:ext cx="3982000" cy="11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000">
                <a:solidFill>
                  <a:schemeClr val="accent4"/>
                </a:solidFill>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285" name="Google Shape;285;p22"/>
          <p:cNvSpPr txBox="1">
            <a:spLocks noGrp="1"/>
          </p:cNvSpPr>
          <p:nvPr>
            <p:ph type="subTitle" idx="1"/>
          </p:nvPr>
        </p:nvSpPr>
        <p:spPr>
          <a:xfrm>
            <a:off x="4410917" y="2435820"/>
            <a:ext cx="3370400" cy="81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6" name="Google Shape;286;p22"/>
          <p:cNvSpPr txBox="1">
            <a:spLocks noGrp="1"/>
          </p:cNvSpPr>
          <p:nvPr>
            <p:ph type="title" idx="2" hasCustomPrompt="1"/>
          </p:nvPr>
        </p:nvSpPr>
        <p:spPr>
          <a:xfrm>
            <a:off x="953451" y="3204567"/>
            <a:ext cx="3982000" cy="11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000"/>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287" name="Google Shape;287;p22"/>
          <p:cNvSpPr txBox="1">
            <a:spLocks noGrp="1"/>
          </p:cNvSpPr>
          <p:nvPr>
            <p:ph type="subTitle" idx="3"/>
          </p:nvPr>
        </p:nvSpPr>
        <p:spPr>
          <a:xfrm>
            <a:off x="1259251" y="4386953"/>
            <a:ext cx="3370400" cy="81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8" name="Google Shape;288;p22"/>
          <p:cNvSpPr txBox="1">
            <a:spLocks noGrp="1"/>
          </p:cNvSpPr>
          <p:nvPr>
            <p:ph type="title" idx="4" hasCustomPrompt="1"/>
          </p:nvPr>
        </p:nvSpPr>
        <p:spPr>
          <a:xfrm>
            <a:off x="7256517" y="3204567"/>
            <a:ext cx="3982000" cy="11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000"/>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289" name="Google Shape;289;p22"/>
          <p:cNvSpPr txBox="1">
            <a:spLocks noGrp="1"/>
          </p:cNvSpPr>
          <p:nvPr>
            <p:ph type="subTitle" idx="5"/>
          </p:nvPr>
        </p:nvSpPr>
        <p:spPr>
          <a:xfrm>
            <a:off x="7562317" y="4386953"/>
            <a:ext cx="3370400" cy="81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0" name="Google Shape;290;p22"/>
          <p:cNvSpPr/>
          <p:nvPr/>
        </p:nvSpPr>
        <p:spPr>
          <a:xfrm flipH="1">
            <a:off x="8087118" y="79067"/>
            <a:ext cx="1735565" cy="699035"/>
          </a:xfrm>
          <a:custGeom>
            <a:avLst/>
            <a:gdLst/>
            <a:ahLst/>
            <a:cxnLst/>
            <a:rect l="l" t="t" r="r" b="b"/>
            <a:pathLst>
              <a:path w="5847" h="2355" extrusionOk="0">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7523070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91"/>
        <p:cNvGrpSpPr/>
        <p:nvPr/>
      </p:nvGrpSpPr>
      <p:grpSpPr>
        <a:xfrm>
          <a:off x="0" y="0"/>
          <a:ext cx="0" cy="0"/>
          <a:chOff x="0" y="0"/>
          <a:chExt cx="0" cy="0"/>
        </a:xfrm>
      </p:grpSpPr>
      <p:grpSp>
        <p:nvGrpSpPr>
          <p:cNvPr id="292" name="Google Shape;292;p23"/>
          <p:cNvGrpSpPr/>
          <p:nvPr/>
        </p:nvGrpSpPr>
        <p:grpSpPr>
          <a:xfrm flipH="1">
            <a:off x="6024837" y="4295166"/>
            <a:ext cx="6189631" cy="2575513"/>
            <a:chOff x="-6" y="3326050"/>
            <a:chExt cx="4733581" cy="1969850"/>
          </a:xfrm>
        </p:grpSpPr>
        <p:sp>
          <p:nvSpPr>
            <p:cNvPr id="293" name="Google Shape;293;p23"/>
            <p:cNvSpPr/>
            <p:nvPr/>
          </p:nvSpPr>
          <p:spPr>
            <a:xfrm flipH="1">
              <a:off x="-6" y="3326050"/>
              <a:ext cx="4733581" cy="1969850"/>
            </a:xfrm>
            <a:custGeom>
              <a:avLst/>
              <a:gdLst/>
              <a:ahLst/>
              <a:cxnLst/>
              <a:rect l="l" t="t" r="r" b="b"/>
              <a:pathLst>
                <a:path w="53073" h="22086" extrusionOk="0">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4" name="Google Shape;294;p23"/>
            <p:cNvSpPr/>
            <p:nvPr/>
          </p:nvSpPr>
          <p:spPr>
            <a:xfrm flipH="1">
              <a:off x="1072366" y="4275490"/>
              <a:ext cx="1097475" cy="790709"/>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95" name="Google Shape;295;p23"/>
          <p:cNvSpPr/>
          <p:nvPr/>
        </p:nvSpPr>
        <p:spPr>
          <a:xfrm>
            <a:off x="8047100" y="130134"/>
            <a:ext cx="2014957" cy="2014957"/>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6" name="Google Shape;296;p23"/>
          <p:cNvSpPr/>
          <p:nvPr/>
        </p:nvSpPr>
        <p:spPr>
          <a:xfrm>
            <a:off x="8388898" y="410127"/>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7" name="Google Shape;297;p23"/>
          <p:cNvSpPr/>
          <p:nvPr/>
        </p:nvSpPr>
        <p:spPr>
          <a:xfrm>
            <a:off x="6593749" y="1414897"/>
            <a:ext cx="741000" cy="395936"/>
          </a:xfrm>
          <a:custGeom>
            <a:avLst/>
            <a:gdLst/>
            <a:ahLst/>
            <a:cxnLst/>
            <a:rect l="l" t="t" r="r" b="b"/>
            <a:pathLst>
              <a:path w="3423" h="1829" extrusionOk="0">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8" name="Google Shape;298;p23"/>
          <p:cNvSpPr/>
          <p:nvPr/>
        </p:nvSpPr>
        <p:spPr>
          <a:xfrm rot="10800000">
            <a:off x="-12976" y="-34935"/>
            <a:ext cx="3427696" cy="1427356"/>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9" name="Google Shape;299;p23"/>
          <p:cNvSpPr/>
          <p:nvPr/>
        </p:nvSpPr>
        <p:spPr>
          <a:xfrm flipH="1">
            <a:off x="8749149" y="46886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0" name="Google Shape;300;p23"/>
          <p:cNvSpPr/>
          <p:nvPr/>
        </p:nvSpPr>
        <p:spPr>
          <a:xfrm>
            <a:off x="-1358567" y="6010327"/>
            <a:ext cx="3829840" cy="883871"/>
          </a:xfrm>
          <a:custGeom>
            <a:avLst/>
            <a:gdLst/>
            <a:ahLst/>
            <a:cxnLst/>
            <a:rect l="l" t="t" r="r" b="b"/>
            <a:pathLst>
              <a:path w="24161" h="5576" extrusionOk="0">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1" name="Google Shape;301;p23"/>
          <p:cNvSpPr txBox="1">
            <a:spLocks noGrp="1"/>
          </p:cNvSpPr>
          <p:nvPr>
            <p:ph type="ctrTitle"/>
          </p:nvPr>
        </p:nvSpPr>
        <p:spPr>
          <a:xfrm>
            <a:off x="953467" y="947667"/>
            <a:ext cx="5426800" cy="13304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9466"/>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302" name="Google Shape;302;p23"/>
          <p:cNvSpPr txBox="1">
            <a:spLocks noGrp="1"/>
          </p:cNvSpPr>
          <p:nvPr>
            <p:ph type="subTitle" idx="1"/>
          </p:nvPr>
        </p:nvSpPr>
        <p:spPr>
          <a:xfrm>
            <a:off x="953467" y="2214180"/>
            <a:ext cx="4613600" cy="161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303" name="Google Shape;303;p23"/>
          <p:cNvSpPr txBox="1"/>
          <p:nvPr/>
        </p:nvSpPr>
        <p:spPr>
          <a:xfrm>
            <a:off x="953467" y="4652933"/>
            <a:ext cx="5944800" cy="894400"/>
          </a:xfrm>
          <a:prstGeom prst="rect">
            <a:avLst/>
          </a:prstGeom>
          <a:noFill/>
          <a:ln>
            <a:noFill/>
          </a:ln>
        </p:spPr>
        <p:txBody>
          <a:bodyPr spcFirstLastPara="1" wrap="square" lIns="121900" tIns="121900" rIns="121900" bIns="121900" anchor="ctr" anchorCtr="0">
            <a:noAutofit/>
          </a:bodyPr>
          <a:lstStyle/>
          <a:p>
            <a:pPr marL="0" lvl="0" indent="0" algn="l" rtl="0">
              <a:spcBef>
                <a:spcPts val="400"/>
              </a:spcBef>
              <a:spcAft>
                <a:spcPts val="0"/>
              </a:spcAft>
              <a:buNone/>
            </a:pPr>
            <a:r>
              <a:rPr lang="en" sz="1467">
                <a:solidFill>
                  <a:schemeClr val="dk2"/>
                </a:solidFill>
                <a:latin typeface="Work Sans"/>
                <a:ea typeface="Work Sans"/>
                <a:cs typeface="Work Sans"/>
                <a:sym typeface="Work Sans"/>
              </a:rPr>
              <a:t>CREDITS: This presentation template was created by </a:t>
            </a:r>
            <a:r>
              <a:rPr lang="en" sz="1467">
                <a:solidFill>
                  <a:schemeClr val="dk1"/>
                </a:solidFill>
                <a:uFill>
                  <a:noFill/>
                </a:uFill>
                <a:latin typeface="Work Sans"/>
                <a:ea typeface="Work Sans"/>
                <a:cs typeface="Work Sans"/>
                <a:sym typeface="Work Sans"/>
                <a:hlinkClick r:id="rId2">
                  <a:extLst>
                    <a:ext uri="{A12FA001-AC4F-418D-AE19-62706E023703}">
                      <ahyp:hlinkClr xmlns:ahyp="http://schemas.microsoft.com/office/drawing/2018/hyperlinkcolor" val="tx"/>
                    </a:ext>
                  </a:extLst>
                </a:hlinkClick>
              </a:rPr>
              <a:t>Slidesgo</a:t>
            </a:r>
            <a:r>
              <a:rPr lang="en" sz="1467">
                <a:solidFill>
                  <a:schemeClr val="dk2"/>
                </a:solidFill>
                <a:latin typeface="Work Sans"/>
                <a:ea typeface="Work Sans"/>
                <a:cs typeface="Work Sans"/>
                <a:sym typeface="Work Sans"/>
              </a:rPr>
              <a:t>, including icons by </a:t>
            </a:r>
            <a:r>
              <a:rPr lang="en" sz="1467">
                <a:solidFill>
                  <a:schemeClr val="dk1"/>
                </a:solidFill>
                <a:uFill>
                  <a:noFill/>
                </a:u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Flaticon</a:t>
            </a:r>
            <a:r>
              <a:rPr lang="en" sz="1467">
                <a:solidFill>
                  <a:schemeClr val="dk2"/>
                </a:solidFill>
                <a:latin typeface="Work Sans"/>
                <a:ea typeface="Work Sans"/>
                <a:cs typeface="Work Sans"/>
                <a:sym typeface="Work Sans"/>
              </a:rPr>
              <a:t>, infographics &amp; images by </a:t>
            </a:r>
            <a:r>
              <a:rPr lang="en" sz="1467">
                <a:solidFill>
                  <a:schemeClr val="dk1"/>
                </a:solidFill>
                <a:uFill>
                  <a:noFill/>
                </a:u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Freepik</a:t>
            </a:r>
            <a:endParaRPr sz="1467">
              <a:solidFill>
                <a:schemeClr val="dk1"/>
              </a:solidFill>
              <a:latin typeface="Work Sans"/>
              <a:ea typeface="Work Sans"/>
              <a:cs typeface="Work Sans"/>
              <a:sym typeface="Work Sans"/>
            </a:endParaRPr>
          </a:p>
        </p:txBody>
      </p:sp>
    </p:spTree>
    <p:extLst>
      <p:ext uri="{BB962C8B-B14F-4D97-AF65-F5344CB8AC3E}">
        <p14:creationId xmlns:p14="http://schemas.microsoft.com/office/powerpoint/2010/main" val="22008576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304"/>
        <p:cNvGrpSpPr/>
        <p:nvPr/>
      </p:nvGrpSpPr>
      <p:grpSpPr>
        <a:xfrm>
          <a:off x="0" y="0"/>
          <a:ext cx="0" cy="0"/>
          <a:chOff x="0" y="0"/>
          <a:chExt cx="0" cy="0"/>
        </a:xfrm>
      </p:grpSpPr>
      <p:sp>
        <p:nvSpPr>
          <p:cNvPr id="305" name="Google Shape;305;p24"/>
          <p:cNvSpPr/>
          <p:nvPr/>
        </p:nvSpPr>
        <p:spPr>
          <a:xfrm>
            <a:off x="10386400" y="-748984"/>
            <a:ext cx="2014957" cy="2014957"/>
          </a:xfrm>
          <a:custGeom>
            <a:avLst/>
            <a:gdLst/>
            <a:ahLst/>
            <a:cxnLst/>
            <a:rect l="l" t="t" r="r" b="b"/>
            <a:pathLst>
              <a:path w="25286" h="25286" extrusionOk="0">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6" name="Google Shape;306;p24"/>
          <p:cNvSpPr/>
          <p:nvPr/>
        </p:nvSpPr>
        <p:spPr>
          <a:xfrm flipH="1">
            <a:off x="8914865" y="66544"/>
            <a:ext cx="3629788" cy="1020485"/>
          </a:xfrm>
          <a:custGeom>
            <a:avLst/>
            <a:gdLst/>
            <a:ahLst/>
            <a:cxnLst/>
            <a:rect l="l" t="t" r="r" b="b"/>
            <a:pathLst>
              <a:path w="25745" h="7238" extrusionOk="0">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7" name="Google Shape;307;p24"/>
          <p:cNvSpPr/>
          <p:nvPr/>
        </p:nvSpPr>
        <p:spPr>
          <a:xfrm flipH="1">
            <a:off x="212470" y="6144661"/>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8" name="Google Shape;308;p24"/>
          <p:cNvSpPr/>
          <p:nvPr/>
        </p:nvSpPr>
        <p:spPr>
          <a:xfrm flipH="1">
            <a:off x="3443233" y="160703"/>
            <a:ext cx="741001" cy="474456"/>
          </a:xfrm>
          <a:custGeom>
            <a:avLst/>
            <a:gdLst/>
            <a:ahLst/>
            <a:cxnLst/>
            <a:rect l="l" t="t" r="r" b="b"/>
            <a:pathLst>
              <a:path w="2599" h="1664" extrusionOk="0">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9" name="Google Shape;309;p24"/>
          <p:cNvSpPr/>
          <p:nvPr/>
        </p:nvSpPr>
        <p:spPr>
          <a:xfrm flipH="1">
            <a:off x="9267520" y="5192667"/>
            <a:ext cx="2924480" cy="1665327"/>
          </a:xfrm>
          <a:custGeom>
            <a:avLst/>
            <a:gdLst/>
            <a:ahLst/>
            <a:cxnLst/>
            <a:rect l="l" t="t" r="r" b="b"/>
            <a:pathLst>
              <a:path w="36344" h="20695" extrusionOk="0">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10" name="Google Shape;310;p24"/>
          <p:cNvSpPr/>
          <p:nvPr/>
        </p:nvSpPr>
        <p:spPr>
          <a:xfrm rot="10800000">
            <a:off x="-12633" y="-21924"/>
            <a:ext cx="3531367" cy="1470527"/>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5026628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311"/>
        <p:cNvGrpSpPr/>
        <p:nvPr/>
      </p:nvGrpSpPr>
      <p:grpSpPr>
        <a:xfrm>
          <a:off x="0" y="0"/>
          <a:ext cx="0" cy="0"/>
          <a:chOff x="0" y="0"/>
          <a:chExt cx="0" cy="0"/>
        </a:xfrm>
      </p:grpSpPr>
      <p:sp>
        <p:nvSpPr>
          <p:cNvPr id="312" name="Google Shape;312;p25"/>
          <p:cNvSpPr/>
          <p:nvPr/>
        </p:nvSpPr>
        <p:spPr>
          <a:xfrm flipH="1">
            <a:off x="11151865" y="6053275"/>
            <a:ext cx="527291" cy="474468"/>
          </a:xfrm>
          <a:custGeom>
            <a:avLst/>
            <a:gdLst/>
            <a:ahLst/>
            <a:cxnLst/>
            <a:rect l="l" t="t" r="r" b="b"/>
            <a:pathLst>
              <a:path w="1427" h="1284" extrusionOk="0">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313" name="Google Shape;313;p25"/>
          <p:cNvGrpSpPr/>
          <p:nvPr/>
        </p:nvGrpSpPr>
        <p:grpSpPr>
          <a:xfrm>
            <a:off x="1" y="5381401"/>
            <a:ext cx="3531367" cy="1581737"/>
            <a:chOff x="0" y="4036050"/>
            <a:chExt cx="2648525" cy="1186303"/>
          </a:xfrm>
        </p:grpSpPr>
        <p:sp>
          <p:nvSpPr>
            <p:cNvPr id="314" name="Google Shape;314;p25"/>
            <p:cNvSpPr/>
            <p:nvPr/>
          </p:nvSpPr>
          <p:spPr>
            <a:xfrm flipH="1">
              <a:off x="0" y="4036050"/>
              <a:ext cx="2648525" cy="1102895"/>
            </a:xfrm>
            <a:custGeom>
              <a:avLst/>
              <a:gdLst/>
              <a:ahLst/>
              <a:cxnLst/>
              <a:rect l="l" t="t" r="r" b="b"/>
              <a:pathLst>
                <a:path w="53074" h="22101" extrusionOk="0">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25"/>
            <p:cNvSpPr/>
            <p:nvPr/>
          </p:nvSpPr>
          <p:spPr>
            <a:xfrm flipH="1">
              <a:off x="86630" y="4584650"/>
              <a:ext cx="885107" cy="637703"/>
            </a:xfrm>
            <a:custGeom>
              <a:avLst/>
              <a:gdLst/>
              <a:ahLst/>
              <a:cxnLst/>
              <a:rect l="l" t="t" r="r" b="b"/>
              <a:pathLst>
                <a:path w="11899" h="8573" extrusionOk="0">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16" name="Google Shape;316;p25"/>
          <p:cNvSpPr/>
          <p:nvPr/>
        </p:nvSpPr>
        <p:spPr>
          <a:xfrm flipH="1">
            <a:off x="8741159" y="-126086"/>
            <a:ext cx="4843200" cy="1020465"/>
          </a:xfrm>
          <a:custGeom>
            <a:avLst/>
            <a:gdLst/>
            <a:ahLst/>
            <a:cxnLst/>
            <a:rect l="l" t="t" r="r" b="b"/>
            <a:pathLst>
              <a:path w="25064" h="5281" extrusionOk="0">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17" name="Google Shape;317;p25"/>
          <p:cNvSpPr/>
          <p:nvPr/>
        </p:nvSpPr>
        <p:spPr>
          <a:xfrm flipH="1">
            <a:off x="265037" y="440994"/>
            <a:ext cx="740996" cy="272348"/>
          </a:xfrm>
          <a:custGeom>
            <a:avLst/>
            <a:gdLst/>
            <a:ahLst/>
            <a:cxnLst/>
            <a:rect l="l" t="t" r="r" b="b"/>
            <a:pathLst>
              <a:path w="3882" h="1427" extrusionOk="0">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6896408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71EC0-E132-41CB-A309-2994DBC5D520}" type="datetimeFigureOut">
              <a:rPr lang="en-IN" smtClean="0"/>
              <a:t>2025-12-11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9900284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321"/>
        <p:cNvGrpSpPr/>
        <p:nvPr/>
      </p:nvGrpSpPr>
      <p:grpSpPr>
        <a:xfrm>
          <a:off x="0" y="0"/>
          <a:ext cx="0" cy="0"/>
          <a:chOff x="0" y="0"/>
          <a:chExt cx="0" cy="0"/>
        </a:xfrm>
      </p:grpSpPr>
    </p:spTree>
    <p:extLst>
      <p:ext uri="{BB962C8B-B14F-4D97-AF65-F5344CB8AC3E}">
        <p14:creationId xmlns:p14="http://schemas.microsoft.com/office/powerpoint/2010/main" val="2064218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322"/>
        <p:cNvGrpSpPr/>
        <p:nvPr/>
      </p:nvGrpSpPr>
      <p:grpSpPr>
        <a:xfrm>
          <a:off x="0" y="0"/>
          <a:ext cx="0" cy="0"/>
          <a:chOff x="0" y="0"/>
          <a:chExt cx="0" cy="0"/>
        </a:xfrm>
      </p:grpSpPr>
      <p:sp>
        <p:nvSpPr>
          <p:cNvPr id="323" name="Google Shape;323;p28"/>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1841548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theme" Target="../theme/theme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4.xml"/><Relationship Id="rId1"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266600" y="220400"/>
            <a:ext cx="11658800" cy="6417200"/>
          </a:xfrm>
          <a:prstGeom prst="rect">
            <a:avLst/>
          </a:prstGeom>
          <a:noFill/>
          <a:ln w="19050"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 name="Google Shape;7;p1"/>
          <p:cNvSpPr txBox="1">
            <a:spLocks noGrp="1"/>
          </p:cNvSpPr>
          <p:nvPr>
            <p:ph type="title"/>
          </p:nvPr>
        </p:nvSpPr>
        <p:spPr>
          <a:xfrm>
            <a:off x="953467" y="713333"/>
            <a:ext cx="10284800" cy="6436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300"/>
              <a:buFont typeface="Work Sans ExtraBold"/>
              <a:buNone/>
              <a:defRPr sz="3300">
                <a:solidFill>
                  <a:schemeClr val="dk1"/>
                </a:solidFill>
                <a:latin typeface="Work Sans ExtraBold"/>
                <a:ea typeface="Work Sans ExtraBold"/>
                <a:cs typeface="Work Sans ExtraBold"/>
                <a:sym typeface="Work Sans ExtraBold"/>
              </a:defRPr>
            </a:lvl1pPr>
            <a:lvl2pPr lvl="1"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2pPr>
            <a:lvl3pPr lvl="2"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3pPr>
            <a:lvl4pPr lvl="3"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4pPr>
            <a:lvl5pPr lvl="4"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5pPr>
            <a:lvl6pPr lvl="5"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6pPr>
            <a:lvl7pPr lvl="6"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7pPr>
            <a:lvl8pPr lvl="7"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8pPr>
            <a:lvl9pPr lvl="8"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9pPr>
          </a:lstStyle>
          <a:p>
            <a:endParaRPr/>
          </a:p>
        </p:txBody>
      </p:sp>
      <p:sp>
        <p:nvSpPr>
          <p:cNvPr id="8" name="Google Shape;8;p1"/>
          <p:cNvSpPr txBox="1">
            <a:spLocks noGrp="1"/>
          </p:cNvSpPr>
          <p:nvPr>
            <p:ph type="body" idx="1"/>
          </p:nvPr>
        </p:nvSpPr>
        <p:spPr>
          <a:xfrm>
            <a:off x="953467" y="1536633"/>
            <a:ext cx="10284800" cy="46080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1pPr>
            <a:lvl2pPr marL="914400" lvl="1"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2pPr>
            <a:lvl3pPr marL="1371600" lvl="2"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3pPr>
            <a:lvl4pPr marL="1828800" lvl="3" indent="-317500">
              <a:lnSpc>
                <a:spcPct val="100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4pPr>
            <a:lvl5pPr marL="2286000" lvl="4"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5pPr>
            <a:lvl6pPr marL="2743200" lvl="5"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6pPr>
            <a:lvl7pPr marL="3200400" lvl="6"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7pPr>
            <a:lvl8pPr marL="3657600" lvl="7"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8pPr>
            <a:lvl9pPr marL="4114800" lvl="8" indent="-317500">
              <a:lnSpc>
                <a:spcPct val="100000"/>
              </a:lnSpc>
              <a:spcBef>
                <a:spcPts val="1600"/>
              </a:spcBef>
              <a:spcAft>
                <a:spcPts val="1600"/>
              </a:spcAft>
              <a:buClr>
                <a:schemeClr val="dk2"/>
              </a:buClr>
              <a:buSzPts val="1400"/>
              <a:buFont typeface="Work Sans"/>
              <a:buChar char="■"/>
              <a:defRPr>
                <a:solidFill>
                  <a:schemeClr val="dk2"/>
                </a:solidFill>
                <a:latin typeface="Work Sans"/>
                <a:ea typeface="Work Sans"/>
                <a:cs typeface="Work Sans"/>
                <a:sym typeface="Work Sans"/>
              </a:defRPr>
            </a:lvl9pPr>
          </a:lstStyle>
          <a:p>
            <a:endParaRPr/>
          </a:p>
        </p:txBody>
      </p:sp>
    </p:spTree>
    <p:extLst>
      <p:ext uri="{BB962C8B-B14F-4D97-AF65-F5344CB8AC3E}">
        <p14:creationId xmlns:p14="http://schemas.microsoft.com/office/powerpoint/2010/main" val="3445892288"/>
      </p:ext>
    </p:extLst>
  </p:cSld>
  <p:clrMap bg1="lt1" tx1="dk1" bg2="dk2" tx2="lt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 id="2147484033" r:id="rId21"/>
    <p:sldLayoutId id="2147484034" r:id="rId22"/>
    <p:sldLayoutId id="2147484035" r:id="rId23"/>
    <p:sldLayoutId id="2147484036" r:id="rId24"/>
    <p:sldLayoutId id="2147484037"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318"/>
        <p:cNvGrpSpPr/>
        <p:nvPr/>
      </p:nvGrpSpPr>
      <p:grpSpPr>
        <a:xfrm>
          <a:off x="0" y="0"/>
          <a:ext cx="0" cy="0"/>
          <a:chOff x="0" y="0"/>
          <a:chExt cx="0" cy="0"/>
        </a:xfrm>
      </p:grpSpPr>
      <p:sp>
        <p:nvSpPr>
          <p:cNvPr id="319" name="Google Shape;319;p2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20" name="Google Shape;320;p2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180620121"/>
      </p:ext>
    </p:extLst>
  </p:cSld>
  <p:clrMap bg1="lt1" tx1="dk1" bg2="dk2" tx2="lt2" accent1="accent1" accent2="accent2" accent3="accent3" accent4="accent4" accent5="accent5" accent6="accent6" hlink="hlink" folHlink="folHlink"/>
  <p:sldLayoutIdLst>
    <p:sldLayoutId id="2147484039" r:id="rId1"/>
    <p:sldLayoutId id="2147484040"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266600" y="220400"/>
            <a:ext cx="11658800" cy="6417200"/>
          </a:xfrm>
          <a:prstGeom prst="rect">
            <a:avLst/>
          </a:prstGeom>
          <a:noFill/>
          <a:ln w="19050"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 name="Google Shape;7;p1"/>
          <p:cNvSpPr txBox="1">
            <a:spLocks noGrp="1"/>
          </p:cNvSpPr>
          <p:nvPr>
            <p:ph type="title"/>
          </p:nvPr>
        </p:nvSpPr>
        <p:spPr>
          <a:xfrm>
            <a:off x="953467" y="713333"/>
            <a:ext cx="10284800" cy="6436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3300"/>
              <a:buFont typeface="Work Sans ExtraBold"/>
              <a:buNone/>
              <a:defRPr sz="3300">
                <a:solidFill>
                  <a:schemeClr val="dk1"/>
                </a:solidFill>
                <a:latin typeface="Work Sans ExtraBold"/>
                <a:ea typeface="Work Sans ExtraBold"/>
                <a:cs typeface="Work Sans ExtraBold"/>
                <a:sym typeface="Work Sans ExtraBold"/>
              </a:defRPr>
            </a:lvl1pPr>
            <a:lvl2pPr lvl="1"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2pPr>
            <a:lvl3pPr lvl="2"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3pPr>
            <a:lvl4pPr lvl="3"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4pPr>
            <a:lvl5pPr lvl="4"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5pPr>
            <a:lvl6pPr lvl="5"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6pPr>
            <a:lvl7pPr lvl="6"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7pPr>
            <a:lvl8pPr lvl="7"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8pPr>
            <a:lvl9pPr lvl="8" rtl="0">
              <a:lnSpc>
                <a:spcPct val="100000"/>
              </a:lnSpc>
              <a:spcBef>
                <a:spcPts val="0"/>
              </a:spcBef>
              <a:spcAft>
                <a:spcPts val="0"/>
              </a:spcAft>
              <a:buClr>
                <a:schemeClr val="dk1"/>
              </a:buClr>
              <a:buSzPts val="3000"/>
              <a:buFont typeface="Work Sans ExtraBold"/>
              <a:buNone/>
              <a:defRPr sz="3000">
                <a:solidFill>
                  <a:schemeClr val="dk1"/>
                </a:solidFill>
                <a:latin typeface="Work Sans ExtraBold"/>
                <a:ea typeface="Work Sans ExtraBold"/>
                <a:cs typeface="Work Sans ExtraBold"/>
                <a:sym typeface="Work Sans ExtraBold"/>
              </a:defRPr>
            </a:lvl9pPr>
          </a:lstStyle>
          <a:p>
            <a:endParaRPr/>
          </a:p>
        </p:txBody>
      </p:sp>
      <p:sp>
        <p:nvSpPr>
          <p:cNvPr id="8" name="Google Shape;8;p1"/>
          <p:cNvSpPr txBox="1">
            <a:spLocks noGrp="1"/>
          </p:cNvSpPr>
          <p:nvPr>
            <p:ph type="body" idx="1"/>
          </p:nvPr>
        </p:nvSpPr>
        <p:spPr>
          <a:xfrm>
            <a:off x="953467" y="1536633"/>
            <a:ext cx="10284800" cy="46080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1pPr>
            <a:lvl2pPr marL="914400" lvl="1"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2pPr>
            <a:lvl3pPr marL="1371600" lvl="2"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3pPr>
            <a:lvl4pPr marL="1828800" lvl="3" indent="-317500">
              <a:lnSpc>
                <a:spcPct val="100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4pPr>
            <a:lvl5pPr marL="2286000" lvl="4"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5pPr>
            <a:lvl6pPr marL="2743200" lvl="5"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6pPr>
            <a:lvl7pPr marL="3200400" lvl="6"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7pPr>
            <a:lvl8pPr marL="3657600" lvl="7" indent="-317500">
              <a:lnSpc>
                <a:spcPct val="100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8pPr>
            <a:lvl9pPr marL="4114800" lvl="8" indent="-317500">
              <a:lnSpc>
                <a:spcPct val="100000"/>
              </a:lnSpc>
              <a:spcBef>
                <a:spcPts val="1600"/>
              </a:spcBef>
              <a:spcAft>
                <a:spcPts val="1600"/>
              </a:spcAft>
              <a:buClr>
                <a:schemeClr val="dk2"/>
              </a:buClr>
              <a:buSzPts val="1400"/>
              <a:buFont typeface="Work Sans"/>
              <a:buChar char="■"/>
              <a:defRPr>
                <a:solidFill>
                  <a:schemeClr val="dk2"/>
                </a:solidFill>
                <a:latin typeface="Work Sans"/>
                <a:ea typeface="Work Sans"/>
                <a:cs typeface="Work Sans"/>
                <a:sym typeface="Work Sans"/>
              </a:defRPr>
            </a:lvl9pPr>
          </a:lstStyle>
          <a:p>
            <a:endParaRPr/>
          </a:p>
        </p:txBody>
      </p:sp>
    </p:spTree>
    <p:extLst>
      <p:ext uri="{BB962C8B-B14F-4D97-AF65-F5344CB8AC3E}">
        <p14:creationId xmlns:p14="http://schemas.microsoft.com/office/powerpoint/2010/main" val="813422469"/>
      </p:ext>
    </p:extLst>
  </p:cSld>
  <p:clrMap bg1="lt1" tx1="dk1" bg2="dk2" tx2="lt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3" r:id="rId12"/>
    <p:sldLayoutId id="2147484054" r:id="rId13"/>
    <p:sldLayoutId id="2147484055" r:id="rId14"/>
    <p:sldLayoutId id="2147484056" r:id="rId15"/>
    <p:sldLayoutId id="2147484057" r:id="rId16"/>
    <p:sldLayoutId id="2147484058" r:id="rId17"/>
    <p:sldLayoutId id="2147484059" r:id="rId18"/>
    <p:sldLayoutId id="2147484060" r:id="rId19"/>
    <p:sldLayoutId id="2147484061" r:id="rId20"/>
    <p:sldLayoutId id="2147484062" r:id="rId21"/>
    <p:sldLayoutId id="2147484063" r:id="rId22"/>
    <p:sldLayoutId id="2147484064" r:id="rId23"/>
    <p:sldLayoutId id="2147484065" r:id="rId24"/>
    <p:sldLayoutId id="2147484066"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318"/>
        <p:cNvGrpSpPr/>
        <p:nvPr/>
      </p:nvGrpSpPr>
      <p:grpSpPr>
        <a:xfrm>
          <a:off x="0" y="0"/>
          <a:ext cx="0" cy="0"/>
          <a:chOff x="0" y="0"/>
          <a:chExt cx="0" cy="0"/>
        </a:xfrm>
      </p:grpSpPr>
      <p:sp>
        <p:nvSpPr>
          <p:cNvPr id="319" name="Google Shape;319;p2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20" name="Google Shape;320;p2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125838001"/>
      </p:ext>
    </p:extLst>
  </p:cSld>
  <p:clrMap bg1="lt1" tx1="dk1" bg2="dk2" tx2="lt2" accent1="accent1" accent2="accent2" accent3="accent3" accent4="accent4" accent5="accent5" accent6="accent6" hlink="hlink" folHlink="folHlink"/>
  <p:sldLayoutIdLst>
    <p:sldLayoutId id="2147484068" r:id="rId1"/>
    <p:sldLayoutId id="2147484069"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hyperlink" Target="https://www.airlinesgrouptravel.com/blog/delta-vacation-packages-all-inclusive" TargetMode="External"/><Relationship Id="rId2" Type="http://schemas.openxmlformats.org/officeDocument/2006/relationships/image" Target="../media/image1.png"/><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5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EB2A0-2E8E-CBE8-8D7D-0744DCE6C178}"/>
              </a:ext>
            </a:extLst>
          </p:cNvPr>
          <p:cNvSpPr>
            <a:spLocks noGrp="1"/>
          </p:cNvSpPr>
          <p:nvPr>
            <p:ph type="ctrTitle"/>
          </p:nvPr>
        </p:nvSpPr>
        <p:spPr>
          <a:xfrm>
            <a:off x="450376" y="1803405"/>
            <a:ext cx="11204812" cy="1825096"/>
          </a:xfrm>
        </p:spPr>
        <p:txBody>
          <a:bodyPr>
            <a:normAutofit fontScale="90000"/>
          </a:bodyPr>
          <a:lstStyle/>
          <a:p>
            <a:pPr algn="l"/>
            <a:r>
              <a:rPr lang="en-IN" sz="4000" b="0" i="0" dirty="0">
                <a:solidFill>
                  <a:srgbClr val="1F1F1F"/>
                </a:solidFill>
                <a:effectLst/>
                <a:latin typeface="Google Sans"/>
              </a:rPr>
              <a:t>P1067</a:t>
            </a:r>
            <a:br>
              <a:rPr lang="en-IN" b="0" i="0" dirty="0">
                <a:solidFill>
                  <a:srgbClr val="1F1F1F"/>
                </a:solidFill>
                <a:effectLst/>
                <a:latin typeface="Google Sans"/>
              </a:rPr>
            </a:br>
            <a:r>
              <a:rPr lang="en-IN" dirty="0"/>
              <a:t>High Cloud Airline Analysis</a:t>
            </a:r>
          </a:p>
        </p:txBody>
      </p:sp>
      <p:sp>
        <p:nvSpPr>
          <p:cNvPr id="3" name="Subtitle 2">
            <a:extLst>
              <a:ext uri="{FF2B5EF4-FFF2-40B4-BE49-F238E27FC236}">
                <a16:creationId xmlns:a16="http://schemas.microsoft.com/office/drawing/2014/main" id="{292D6503-AA54-C666-8C94-7FDEF24DC1F2}"/>
              </a:ext>
            </a:extLst>
          </p:cNvPr>
          <p:cNvSpPr>
            <a:spLocks noGrp="1"/>
          </p:cNvSpPr>
          <p:nvPr>
            <p:ph type="subTitle" idx="1"/>
          </p:nvPr>
        </p:nvSpPr>
        <p:spPr>
          <a:xfrm>
            <a:off x="3243618" y="5104263"/>
            <a:ext cx="2256430" cy="808629"/>
          </a:xfrm>
        </p:spPr>
        <p:txBody>
          <a:bodyPr>
            <a:normAutofit fontScale="77500" lnSpcReduction="20000"/>
          </a:bodyPr>
          <a:lstStyle/>
          <a:p>
            <a:r>
              <a:rPr lang="en-US" b="1" dirty="0"/>
              <a:t>Presented by </a:t>
            </a:r>
          </a:p>
          <a:p>
            <a:br>
              <a:rPr lang="en-US" b="1" dirty="0"/>
            </a:br>
            <a:r>
              <a:rPr lang="en-US" b="1" dirty="0"/>
              <a:t>Group-5</a:t>
            </a:r>
            <a:endParaRPr lang="en-IN" b="1" dirty="0"/>
          </a:p>
        </p:txBody>
      </p:sp>
    </p:spTree>
    <p:extLst>
      <p:ext uri="{BB962C8B-B14F-4D97-AF65-F5344CB8AC3E}">
        <p14:creationId xmlns:p14="http://schemas.microsoft.com/office/powerpoint/2010/main" val="4245103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3C48-33EC-D0BF-2250-CD4A2A2A06E8}"/>
              </a:ext>
            </a:extLst>
          </p:cNvPr>
          <p:cNvSpPr>
            <a:spLocks noGrp="1"/>
          </p:cNvSpPr>
          <p:nvPr>
            <p:ph type="title"/>
          </p:nvPr>
        </p:nvSpPr>
        <p:spPr/>
        <p:txBody>
          <a:bodyPr/>
          <a:lstStyle/>
          <a:p>
            <a:r>
              <a:rPr lang="en-US" dirty="0"/>
              <a:t>Our Team Members</a:t>
            </a:r>
            <a:endParaRPr lang="en-IN" dirty="0"/>
          </a:p>
        </p:txBody>
      </p:sp>
      <p:sp>
        <p:nvSpPr>
          <p:cNvPr id="3" name="Content Placeholder 2">
            <a:extLst>
              <a:ext uri="{FF2B5EF4-FFF2-40B4-BE49-F238E27FC236}">
                <a16:creationId xmlns:a16="http://schemas.microsoft.com/office/drawing/2014/main" id="{D8BD2953-2472-43E0-C9E6-CB65AE886081}"/>
              </a:ext>
            </a:extLst>
          </p:cNvPr>
          <p:cNvSpPr>
            <a:spLocks noGrp="1"/>
          </p:cNvSpPr>
          <p:nvPr>
            <p:ph idx="1"/>
          </p:nvPr>
        </p:nvSpPr>
        <p:spPr/>
        <p:txBody>
          <a:bodyPr>
            <a:normAutofit/>
          </a:bodyPr>
          <a:lstStyle/>
          <a:p>
            <a:pPr algn="just">
              <a:lnSpc>
                <a:spcPct val="150000"/>
              </a:lnSpc>
            </a:pPr>
            <a:r>
              <a:rPr lang="en-IN" sz="2000" b="0" i="0" dirty="0">
                <a:effectLst/>
                <a:latin typeface="Calibri" panose="020F0502020204030204" pitchFamily="34" charset="0"/>
              </a:rPr>
              <a:t>Ayush Sandeep </a:t>
            </a:r>
            <a:r>
              <a:rPr lang="en-IN" sz="2000" b="0" i="0" dirty="0" err="1">
                <a:effectLst/>
                <a:latin typeface="Calibri" panose="020F0502020204030204" pitchFamily="34" charset="0"/>
              </a:rPr>
              <a:t>Firke</a:t>
            </a:r>
            <a:endParaRPr lang="en-IN" sz="2000" b="0" i="0" dirty="0">
              <a:effectLst/>
              <a:latin typeface="Calibri" panose="020F0502020204030204" pitchFamily="34" charset="0"/>
            </a:endParaRPr>
          </a:p>
          <a:p>
            <a:pPr algn="just">
              <a:lnSpc>
                <a:spcPct val="150000"/>
              </a:lnSpc>
            </a:pPr>
            <a:r>
              <a:rPr lang="en-IN" sz="2000" b="0" i="0" dirty="0">
                <a:effectLst/>
                <a:latin typeface="Calibri" panose="020F0502020204030204" pitchFamily="34" charset="0"/>
              </a:rPr>
              <a:t>Laxmi Basavaraj </a:t>
            </a:r>
            <a:r>
              <a:rPr lang="en-IN" sz="2000" b="0" i="0" dirty="0" err="1">
                <a:effectLst/>
                <a:latin typeface="Calibri" panose="020F0502020204030204" pitchFamily="34" charset="0"/>
              </a:rPr>
              <a:t>Byahatti</a:t>
            </a:r>
            <a:endParaRPr lang="en-IN" sz="2000" b="0" i="0" dirty="0">
              <a:effectLst/>
              <a:latin typeface="Calibri" panose="020F0502020204030204" pitchFamily="34" charset="0"/>
            </a:endParaRPr>
          </a:p>
          <a:p>
            <a:pPr algn="just">
              <a:lnSpc>
                <a:spcPct val="150000"/>
              </a:lnSpc>
            </a:pPr>
            <a:r>
              <a:rPr lang="en-IN" sz="2000" b="0" i="0" dirty="0">
                <a:effectLst/>
                <a:latin typeface="Calibri" panose="020F0502020204030204" pitchFamily="34" charset="0"/>
              </a:rPr>
              <a:t>Tanay Nagar</a:t>
            </a:r>
          </a:p>
          <a:p>
            <a:pPr algn="just">
              <a:lnSpc>
                <a:spcPct val="150000"/>
              </a:lnSpc>
            </a:pPr>
            <a:r>
              <a:rPr lang="en-IN" sz="2000" b="0" i="0" dirty="0" err="1">
                <a:effectLst/>
                <a:latin typeface="Calibri" panose="020F0502020204030204" pitchFamily="34" charset="0"/>
              </a:rPr>
              <a:t>Hotkar</a:t>
            </a:r>
            <a:r>
              <a:rPr lang="en-IN" sz="2000" b="0" i="0" dirty="0">
                <a:effectLst/>
                <a:latin typeface="Calibri" panose="020F0502020204030204" pitchFamily="34" charset="0"/>
              </a:rPr>
              <a:t> Ashish</a:t>
            </a:r>
            <a:endParaRPr lang="en-IN" sz="2000" dirty="0">
              <a:latin typeface="Calibri" panose="020F0502020204030204" pitchFamily="34" charset="0"/>
            </a:endParaRPr>
          </a:p>
          <a:p>
            <a:pPr algn="just">
              <a:lnSpc>
                <a:spcPct val="150000"/>
              </a:lnSpc>
            </a:pPr>
            <a:r>
              <a:rPr lang="en-IN" sz="2000" b="0" i="0" dirty="0" err="1">
                <a:effectLst/>
                <a:latin typeface="Calibri" panose="020F0502020204030204" pitchFamily="34" charset="0"/>
              </a:rPr>
              <a:t>Geddamuri</a:t>
            </a:r>
            <a:r>
              <a:rPr lang="en-IN" sz="2000" b="0" i="0" dirty="0">
                <a:effectLst/>
                <a:latin typeface="Calibri" panose="020F0502020204030204" pitchFamily="34" charset="0"/>
              </a:rPr>
              <a:t> Sri Sai</a:t>
            </a:r>
          </a:p>
          <a:p>
            <a:pPr algn="just">
              <a:lnSpc>
                <a:spcPct val="150000"/>
              </a:lnSpc>
            </a:pPr>
            <a:r>
              <a:rPr lang="en-IN" sz="2000" b="0" i="0" dirty="0">
                <a:effectLst/>
                <a:latin typeface="Calibri" panose="020F0502020204030204" pitchFamily="34" charset="0"/>
              </a:rPr>
              <a:t>SANTANU KARMAKAR</a:t>
            </a:r>
            <a:endParaRPr lang="en-IN" sz="2000" dirty="0">
              <a:latin typeface="Calibri" panose="020F0502020204030204" pitchFamily="34" charset="0"/>
            </a:endParaRPr>
          </a:p>
          <a:p>
            <a:pPr algn="just">
              <a:lnSpc>
                <a:spcPct val="150000"/>
              </a:lnSpc>
            </a:pPr>
            <a:r>
              <a:rPr lang="en-IN" sz="2000" b="0" i="0" dirty="0">
                <a:effectLst/>
                <a:latin typeface="Calibri" panose="020F0502020204030204" pitchFamily="34" charset="0"/>
              </a:rPr>
              <a:t>Ravi </a:t>
            </a:r>
            <a:r>
              <a:rPr lang="en-IN" sz="2000" b="0" i="0" dirty="0" err="1">
                <a:effectLst/>
                <a:latin typeface="Calibri" panose="020F0502020204030204" pitchFamily="34" charset="0"/>
              </a:rPr>
              <a:t>kanth</a:t>
            </a:r>
            <a:endParaRPr lang="en-IN" sz="2000" b="0" i="0" dirty="0">
              <a:effectLst/>
              <a:latin typeface="Calibri" panose="020F0502020204030204" pitchFamily="34" charset="0"/>
            </a:endParaRPr>
          </a:p>
          <a:p>
            <a:endParaRPr lang="en-IN" dirty="0"/>
          </a:p>
        </p:txBody>
      </p:sp>
      <p:pic>
        <p:nvPicPr>
          <p:cNvPr id="5" name="Picture 4" descr="A plane flying in the sky">
            <a:extLst>
              <a:ext uri="{FF2B5EF4-FFF2-40B4-BE49-F238E27FC236}">
                <a16:creationId xmlns:a16="http://schemas.microsoft.com/office/drawing/2014/main" id="{BCA2E7D1-A64B-A708-4DC2-B64C8DB9AA2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263533" y="1365046"/>
            <a:ext cx="3830565" cy="3251310"/>
          </a:xfrm>
          <a:prstGeom prst="rect">
            <a:avLst/>
          </a:prstGeom>
        </p:spPr>
      </p:pic>
    </p:spTree>
    <p:extLst>
      <p:ext uri="{BB962C8B-B14F-4D97-AF65-F5344CB8AC3E}">
        <p14:creationId xmlns:p14="http://schemas.microsoft.com/office/powerpoint/2010/main" val="768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3BAF4-6434-4E84-1491-6512658AD329}"/>
              </a:ext>
            </a:extLst>
          </p:cNvPr>
          <p:cNvSpPr>
            <a:spLocks noGrp="1"/>
          </p:cNvSpPr>
          <p:nvPr>
            <p:ph type="title"/>
          </p:nvPr>
        </p:nvSpPr>
        <p:spPr/>
        <p:txBody>
          <a:bodyPr/>
          <a:lstStyle/>
          <a:p>
            <a:r>
              <a:rPr lang="en-US" dirty="0"/>
              <a:t>Tools USED </a:t>
            </a:r>
            <a:endParaRPr lang="en-IN" dirty="0"/>
          </a:p>
        </p:txBody>
      </p:sp>
      <p:sp>
        <p:nvSpPr>
          <p:cNvPr id="3" name="Content Placeholder 2">
            <a:extLst>
              <a:ext uri="{FF2B5EF4-FFF2-40B4-BE49-F238E27FC236}">
                <a16:creationId xmlns:a16="http://schemas.microsoft.com/office/drawing/2014/main" id="{D4ADABF3-5E76-5295-C764-A5EB28B8CB14}"/>
              </a:ext>
            </a:extLst>
          </p:cNvPr>
          <p:cNvSpPr>
            <a:spLocks noGrp="1"/>
          </p:cNvSpPr>
          <p:nvPr>
            <p:ph idx="1"/>
          </p:nvPr>
        </p:nvSpPr>
        <p:spPr/>
        <p:txBody>
          <a:bodyPr/>
          <a:lstStyle/>
          <a:p>
            <a:r>
              <a:rPr lang="en-US" sz="2800" dirty="0"/>
              <a:t>EXCEL</a:t>
            </a:r>
          </a:p>
          <a:p>
            <a:r>
              <a:rPr lang="en-US" sz="2800" dirty="0"/>
              <a:t>POWER BI</a:t>
            </a:r>
          </a:p>
          <a:p>
            <a:r>
              <a:rPr lang="en-US" sz="2800" dirty="0"/>
              <a:t>TABLEAU</a:t>
            </a:r>
          </a:p>
          <a:p>
            <a:r>
              <a:rPr lang="en-US" sz="2800" dirty="0"/>
              <a:t>MYSQL</a:t>
            </a:r>
            <a:endParaRPr lang="en-IN" sz="2800" dirty="0"/>
          </a:p>
        </p:txBody>
      </p:sp>
    </p:spTree>
    <p:extLst>
      <p:ext uri="{BB962C8B-B14F-4D97-AF65-F5344CB8AC3E}">
        <p14:creationId xmlns:p14="http://schemas.microsoft.com/office/powerpoint/2010/main" val="884445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9EBF-E01C-794F-BC3C-8929305CF1C8}"/>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C64A18EB-62CF-A53B-C779-CE679AAEF52F}"/>
              </a:ext>
            </a:extLst>
          </p:cNvPr>
          <p:cNvSpPr>
            <a:spLocks noGrp="1"/>
          </p:cNvSpPr>
          <p:nvPr>
            <p:ph idx="1"/>
          </p:nvPr>
        </p:nvSpPr>
        <p:spPr/>
        <p:txBody>
          <a:bodyPr/>
          <a:lstStyle/>
          <a:p>
            <a:pPr algn="just">
              <a:lnSpc>
                <a:spcPct val="150000"/>
              </a:lnSpc>
            </a:pPr>
            <a:r>
              <a:rPr lang="en-US" sz="2000" dirty="0"/>
              <a:t>Introduction</a:t>
            </a:r>
          </a:p>
          <a:p>
            <a:pPr algn="just">
              <a:lnSpc>
                <a:spcPct val="150000"/>
              </a:lnSpc>
            </a:pPr>
            <a:r>
              <a:rPr lang="en-US" sz="2000" dirty="0"/>
              <a:t>Business Overview</a:t>
            </a:r>
          </a:p>
          <a:p>
            <a:pPr algn="just">
              <a:lnSpc>
                <a:spcPct val="150000"/>
              </a:lnSpc>
            </a:pPr>
            <a:r>
              <a:rPr lang="en-US" sz="2000" dirty="0"/>
              <a:t>Project Scope</a:t>
            </a:r>
          </a:p>
          <a:p>
            <a:pPr algn="just">
              <a:lnSpc>
                <a:spcPct val="150000"/>
              </a:lnSpc>
            </a:pPr>
            <a:r>
              <a:rPr lang="en-US" sz="2000" dirty="0"/>
              <a:t>Data Model Challenges</a:t>
            </a:r>
          </a:p>
          <a:p>
            <a:pPr algn="just">
              <a:lnSpc>
                <a:spcPct val="150000"/>
              </a:lnSpc>
            </a:pPr>
            <a:r>
              <a:rPr lang="en-US" sz="2000" dirty="0"/>
              <a:t>Dashboard Overview</a:t>
            </a:r>
          </a:p>
          <a:p>
            <a:pPr algn="just">
              <a:lnSpc>
                <a:spcPct val="150000"/>
              </a:lnSpc>
            </a:pPr>
            <a:r>
              <a:rPr lang="en-US" sz="2000" dirty="0"/>
              <a:t>Suggestions and comments</a:t>
            </a:r>
            <a:endParaRPr lang="en-IN" sz="2000" dirty="0"/>
          </a:p>
        </p:txBody>
      </p:sp>
    </p:spTree>
    <p:extLst>
      <p:ext uri="{BB962C8B-B14F-4D97-AF65-F5344CB8AC3E}">
        <p14:creationId xmlns:p14="http://schemas.microsoft.com/office/powerpoint/2010/main" val="2833263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68591-41BB-D1E9-B181-25BD88E1371B}"/>
              </a:ext>
            </a:extLst>
          </p:cNvPr>
          <p:cNvSpPr>
            <a:spLocks noGrp="1"/>
          </p:cNvSpPr>
          <p:nvPr>
            <p:ph type="title"/>
          </p:nvPr>
        </p:nvSpPr>
        <p:spPr/>
        <p:txBody>
          <a:bodyPr/>
          <a:lstStyle/>
          <a:p>
            <a:pPr algn="ctr"/>
            <a:r>
              <a:rPr lang="en-US" dirty="0"/>
              <a:t>Objective</a:t>
            </a:r>
            <a:endParaRPr lang="en-IN" dirty="0"/>
          </a:p>
        </p:txBody>
      </p:sp>
      <p:sp>
        <p:nvSpPr>
          <p:cNvPr id="3" name="Content Placeholder 2">
            <a:extLst>
              <a:ext uri="{FF2B5EF4-FFF2-40B4-BE49-F238E27FC236}">
                <a16:creationId xmlns:a16="http://schemas.microsoft.com/office/drawing/2014/main" id="{856AF704-3D56-3B69-62E3-B4873B286A25}"/>
              </a:ext>
            </a:extLst>
          </p:cNvPr>
          <p:cNvSpPr>
            <a:spLocks noGrp="1"/>
          </p:cNvSpPr>
          <p:nvPr>
            <p:ph idx="1"/>
          </p:nvPr>
        </p:nvSpPr>
        <p:spPr/>
        <p:txBody>
          <a:bodyPr/>
          <a:lstStyle/>
          <a:p>
            <a:pPr marL="0" indent="0" algn="just">
              <a:lnSpc>
                <a:spcPct val="150000"/>
              </a:lnSpc>
              <a:buNone/>
            </a:pPr>
            <a:r>
              <a:rPr lang="en-US" sz="2000" dirty="0"/>
              <a:t>To gain a comprehensive understanding of “High Cloud Airlines”  operation through data analysis. This will involve investigation load factor, identifying top carrier names based on passenger preference, analyzing popular routes, and exploring other key metrics. The ultimate goal is to provide actionable recommendations that can enhance operational efficiency and profitability.</a:t>
            </a:r>
            <a:endParaRPr lang="en-IN" sz="2000" dirty="0"/>
          </a:p>
        </p:txBody>
      </p:sp>
    </p:spTree>
    <p:extLst>
      <p:ext uri="{BB962C8B-B14F-4D97-AF65-F5344CB8AC3E}">
        <p14:creationId xmlns:p14="http://schemas.microsoft.com/office/powerpoint/2010/main" val="685908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2643-4FE3-8555-3C1A-F6E6D2A71D02}"/>
              </a:ext>
            </a:extLst>
          </p:cNvPr>
          <p:cNvSpPr>
            <a:spLocks noGrp="1"/>
          </p:cNvSpPr>
          <p:nvPr>
            <p:ph type="title"/>
          </p:nvPr>
        </p:nvSpPr>
        <p:spPr/>
        <p:txBody>
          <a:bodyPr/>
          <a:lstStyle/>
          <a:p>
            <a:pPr algn="ctr"/>
            <a:r>
              <a:rPr lang="en-US" dirty="0"/>
              <a:t>Business Overview</a:t>
            </a:r>
            <a:endParaRPr lang="en-IN" dirty="0"/>
          </a:p>
        </p:txBody>
      </p:sp>
      <p:sp>
        <p:nvSpPr>
          <p:cNvPr id="3" name="Content Placeholder 2">
            <a:extLst>
              <a:ext uri="{FF2B5EF4-FFF2-40B4-BE49-F238E27FC236}">
                <a16:creationId xmlns:a16="http://schemas.microsoft.com/office/drawing/2014/main" id="{85D8472B-F2EB-44E5-50AE-18156C8FD3C6}"/>
              </a:ext>
            </a:extLst>
          </p:cNvPr>
          <p:cNvSpPr>
            <a:spLocks noGrp="1"/>
          </p:cNvSpPr>
          <p:nvPr>
            <p:ph idx="1"/>
          </p:nvPr>
        </p:nvSpPr>
        <p:spPr>
          <a:xfrm>
            <a:off x="545910" y="2210937"/>
            <a:ext cx="10960290" cy="4294351"/>
          </a:xfrm>
        </p:spPr>
        <p:txBody>
          <a:bodyPr>
            <a:normAutofit fontScale="55000" lnSpcReduction="20000"/>
          </a:bodyPr>
          <a:lstStyle/>
          <a:p>
            <a:pPr marL="0" indent="0" algn="just">
              <a:lnSpc>
                <a:spcPct val="170000"/>
              </a:lnSpc>
              <a:buNone/>
            </a:pPr>
            <a:r>
              <a:rPr lang="en-US" sz="3200" dirty="0"/>
              <a:t>In today’s competitive airline industry, data analysis plays a critical role in optimizing operations and maximizing profitability. By harnessing the power of data, High Cloud Airlines can gain valuable insights into various aspects of its business, allowing them to make data-driven decisions that can lead to</a:t>
            </a:r>
          </a:p>
          <a:p>
            <a:pPr marL="0" indent="0" algn="just">
              <a:lnSpc>
                <a:spcPct val="170000"/>
              </a:lnSpc>
              <a:buNone/>
            </a:pPr>
            <a:endParaRPr lang="en-US" sz="3200" dirty="0"/>
          </a:p>
          <a:p>
            <a:pPr algn="just">
              <a:lnSpc>
                <a:spcPct val="170000"/>
              </a:lnSpc>
            </a:pPr>
            <a:r>
              <a:rPr lang="en-US" sz="3200" dirty="0"/>
              <a:t>Improves load Factor</a:t>
            </a:r>
          </a:p>
          <a:p>
            <a:pPr algn="just">
              <a:lnSpc>
                <a:spcPct val="170000"/>
              </a:lnSpc>
            </a:pPr>
            <a:r>
              <a:rPr lang="en-US" sz="3200" dirty="0"/>
              <a:t>Enhanced Passenger Experience</a:t>
            </a:r>
          </a:p>
          <a:p>
            <a:pPr algn="just">
              <a:lnSpc>
                <a:spcPct val="170000"/>
              </a:lnSpc>
            </a:pPr>
            <a:r>
              <a:rPr lang="en-US" sz="3200" dirty="0"/>
              <a:t>Optimized Resource Allocation</a:t>
            </a:r>
          </a:p>
          <a:p>
            <a:pPr algn="just">
              <a:lnSpc>
                <a:spcPct val="170000"/>
              </a:lnSpc>
            </a:pPr>
            <a:r>
              <a:rPr lang="en-US" sz="3200" dirty="0"/>
              <a:t>Data-Driven Decision Making</a:t>
            </a:r>
          </a:p>
          <a:p>
            <a:endParaRPr lang="en-IN" dirty="0"/>
          </a:p>
          <a:p>
            <a:endParaRPr lang="en-IN" dirty="0"/>
          </a:p>
        </p:txBody>
      </p:sp>
    </p:spTree>
    <p:extLst>
      <p:ext uri="{BB962C8B-B14F-4D97-AF65-F5344CB8AC3E}">
        <p14:creationId xmlns:p14="http://schemas.microsoft.com/office/powerpoint/2010/main" val="416020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9E9E-D2F7-052F-5C33-975E4C237CD5}"/>
              </a:ext>
            </a:extLst>
          </p:cNvPr>
          <p:cNvSpPr>
            <a:spLocks noGrp="1"/>
          </p:cNvSpPr>
          <p:nvPr>
            <p:ph type="title"/>
          </p:nvPr>
        </p:nvSpPr>
        <p:spPr/>
        <p:txBody>
          <a:bodyPr/>
          <a:lstStyle/>
          <a:p>
            <a:pPr algn="ctr"/>
            <a:r>
              <a:rPr lang="en-US" dirty="0"/>
              <a:t>Project Scope</a:t>
            </a:r>
            <a:endParaRPr lang="en-IN" dirty="0"/>
          </a:p>
        </p:txBody>
      </p:sp>
      <p:sp>
        <p:nvSpPr>
          <p:cNvPr id="3" name="Content Placeholder 2">
            <a:extLst>
              <a:ext uri="{FF2B5EF4-FFF2-40B4-BE49-F238E27FC236}">
                <a16:creationId xmlns:a16="http://schemas.microsoft.com/office/drawing/2014/main" id="{3C760247-F383-76A6-065B-2BD4BDDC1662}"/>
              </a:ext>
            </a:extLst>
          </p:cNvPr>
          <p:cNvSpPr>
            <a:spLocks noGrp="1"/>
          </p:cNvSpPr>
          <p:nvPr>
            <p:ph idx="1"/>
          </p:nvPr>
        </p:nvSpPr>
        <p:spPr>
          <a:xfrm>
            <a:off x="685800" y="2194560"/>
            <a:ext cx="10820400" cy="4424604"/>
          </a:xfrm>
        </p:spPr>
        <p:txBody>
          <a:bodyPr>
            <a:normAutofit/>
          </a:bodyPr>
          <a:lstStyle/>
          <a:p>
            <a:pPr marL="0" indent="0" algn="just">
              <a:lnSpc>
                <a:spcPct val="150000"/>
              </a:lnSpc>
              <a:buNone/>
            </a:pPr>
            <a:r>
              <a:rPr lang="en-US" sz="2000" dirty="0"/>
              <a:t>This Project aimed to leverage the power of data analysis and extract valuable insights to optimize High Cloud Airlines operations and performance. The specific scope of project focused on analyzing key performance indicators(KPIs) to gain a deeper understanding of :</a:t>
            </a:r>
          </a:p>
          <a:p>
            <a:pPr marL="0" indent="0" algn="just">
              <a:lnSpc>
                <a:spcPct val="150000"/>
              </a:lnSpc>
              <a:buNone/>
            </a:pPr>
            <a:endParaRPr lang="en-US" sz="2000" dirty="0"/>
          </a:p>
          <a:p>
            <a:pPr algn="just">
              <a:lnSpc>
                <a:spcPct val="150000"/>
              </a:lnSpc>
            </a:pPr>
            <a:r>
              <a:rPr lang="en-US" sz="2000" dirty="0"/>
              <a:t>Load Factor</a:t>
            </a:r>
          </a:p>
          <a:p>
            <a:pPr algn="just">
              <a:lnSpc>
                <a:spcPct val="150000"/>
              </a:lnSpc>
            </a:pPr>
            <a:r>
              <a:rPr lang="en-US" sz="2000" dirty="0"/>
              <a:t>Passenger Preferences</a:t>
            </a:r>
          </a:p>
          <a:p>
            <a:pPr algn="just">
              <a:lnSpc>
                <a:spcPct val="150000"/>
              </a:lnSpc>
            </a:pPr>
            <a:r>
              <a:rPr lang="en-US" sz="2000" dirty="0"/>
              <a:t>Popular Routes</a:t>
            </a:r>
          </a:p>
          <a:p>
            <a:pPr algn="just">
              <a:lnSpc>
                <a:spcPct val="150000"/>
              </a:lnSpc>
            </a:pPr>
            <a:r>
              <a:rPr lang="en-US" sz="2000" dirty="0"/>
              <a:t>Operational Efficiency</a:t>
            </a:r>
            <a:endParaRPr lang="en-IN" sz="2000" dirty="0"/>
          </a:p>
        </p:txBody>
      </p:sp>
    </p:spTree>
    <p:extLst>
      <p:ext uri="{BB962C8B-B14F-4D97-AF65-F5344CB8AC3E}">
        <p14:creationId xmlns:p14="http://schemas.microsoft.com/office/powerpoint/2010/main" val="2549193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66A8-C02C-B948-094B-E5E8B1FC542A}"/>
              </a:ext>
            </a:extLst>
          </p:cNvPr>
          <p:cNvSpPr>
            <a:spLocks noGrp="1"/>
          </p:cNvSpPr>
          <p:nvPr>
            <p:ph type="title"/>
          </p:nvPr>
        </p:nvSpPr>
        <p:spPr/>
        <p:txBody>
          <a:bodyPr/>
          <a:lstStyle/>
          <a:p>
            <a:pPr algn="ctr"/>
            <a:r>
              <a:rPr lang="en-US" dirty="0"/>
              <a:t>Data Model Challengers</a:t>
            </a:r>
            <a:endParaRPr lang="en-IN" dirty="0"/>
          </a:p>
        </p:txBody>
      </p:sp>
      <p:sp>
        <p:nvSpPr>
          <p:cNvPr id="3" name="Content Placeholder 2">
            <a:extLst>
              <a:ext uri="{FF2B5EF4-FFF2-40B4-BE49-F238E27FC236}">
                <a16:creationId xmlns:a16="http://schemas.microsoft.com/office/drawing/2014/main" id="{7E164A14-35F5-1B79-D187-D97150320575}"/>
              </a:ext>
            </a:extLst>
          </p:cNvPr>
          <p:cNvSpPr>
            <a:spLocks noGrp="1"/>
          </p:cNvSpPr>
          <p:nvPr>
            <p:ph idx="1"/>
          </p:nvPr>
        </p:nvSpPr>
        <p:spPr/>
        <p:txBody>
          <a:bodyPr>
            <a:normAutofit/>
          </a:bodyPr>
          <a:lstStyle/>
          <a:p>
            <a:pPr marL="0" indent="0" algn="just">
              <a:lnSpc>
                <a:spcPct val="150000"/>
              </a:lnSpc>
              <a:buNone/>
            </a:pPr>
            <a:r>
              <a:rPr lang="en-US" sz="2000" dirty="0"/>
              <a:t>Throughout our analysis, we encountered various challengers in handling the data. Overcoming these challenges is crucial for accurate insights.</a:t>
            </a:r>
          </a:p>
          <a:p>
            <a:pPr marL="0" indent="0" algn="just">
              <a:lnSpc>
                <a:spcPct val="150000"/>
              </a:lnSpc>
              <a:buNone/>
            </a:pPr>
            <a:endParaRPr lang="en-US" sz="2000" dirty="0"/>
          </a:p>
          <a:p>
            <a:pPr algn="just">
              <a:lnSpc>
                <a:spcPct val="150000"/>
              </a:lnSpc>
            </a:pPr>
            <a:r>
              <a:rPr lang="en-US" sz="2000" dirty="0"/>
              <a:t>Data Volume : Managing and processing large datasets efficiency.</a:t>
            </a:r>
          </a:p>
          <a:p>
            <a:pPr algn="just">
              <a:lnSpc>
                <a:spcPct val="150000"/>
              </a:lnSpc>
            </a:pPr>
            <a:r>
              <a:rPr lang="en-IN" sz="2000" dirty="0"/>
              <a:t>Data Quality : Ensuring accuracy and reliability of the data.</a:t>
            </a:r>
          </a:p>
          <a:p>
            <a:pPr algn="just">
              <a:lnSpc>
                <a:spcPct val="150000"/>
              </a:lnSpc>
            </a:pPr>
            <a:r>
              <a:rPr lang="en-IN" sz="2000" dirty="0"/>
              <a:t>Complex Relationships : Establishing connections between different data points.</a:t>
            </a:r>
          </a:p>
        </p:txBody>
      </p:sp>
    </p:spTree>
    <p:extLst>
      <p:ext uri="{BB962C8B-B14F-4D97-AF65-F5344CB8AC3E}">
        <p14:creationId xmlns:p14="http://schemas.microsoft.com/office/powerpoint/2010/main" val="2874976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561D-0C5E-95D2-7A11-C7783BE13708}"/>
              </a:ext>
            </a:extLst>
          </p:cNvPr>
          <p:cNvSpPr>
            <a:spLocks noGrp="1"/>
          </p:cNvSpPr>
          <p:nvPr>
            <p:ph type="title"/>
          </p:nvPr>
        </p:nvSpPr>
        <p:spPr>
          <a:xfrm>
            <a:off x="838200" y="2766218"/>
            <a:ext cx="10515600" cy="1325563"/>
          </a:xfrm>
        </p:spPr>
        <p:txBody>
          <a:bodyPr/>
          <a:lstStyle/>
          <a:p>
            <a:r>
              <a:rPr lang="en-US" dirty="0"/>
              <a:t>Dashboards</a:t>
            </a:r>
            <a:endParaRPr lang="en-IN" dirty="0"/>
          </a:p>
        </p:txBody>
      </p:sp>
    </p:spTree>
    <p:extLst>
      <p:ext uri="{BB962C8B-B14F-4D97-AF65-F5344CB8AC3E}">
        <p14:creationId xmlns:p14="http://schemas.microsoft.com/office/powerpoint/2010/main" val="1758928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excel dashboard.png">
            <a:extLst>
              <a:ext uri="{FF2B5EF4-FFF2-40B4-BE49-F238E27FC236}">
                <a16:creationId xmlns:a16="http://schemas.microsoft.com/office/drawing/2014/main" id="{43065783-345E-0801-2022-7A468B6A9A61}"/>
              </a:ext>
            </a:extLst>
          </p:cNvPr>
          <p:cNvPicPr>
            <a:picLocks noChangeAspect="1"/>
          </p:cNvPicPr>
          <p:nvPr/>
        </p:nvPicPr>
        <p:blipFill>
          <a:blip r:embed="rId2"/>
          <a:stretch>
            <a:fillRect/>
          </a:stretch>
        </p:blipFill>
        <p:spPr>
          <a:xfrm>
            <a:off x="1793483" y="765000"/>
            <a:ext cx="10070969" cy="5710864"/>
          </a:xfrm>
          <a:prstGeom prst="rect">
            <a:avLst/>
          </a:prstGeom>
        </p:spPr>
      </p:pic>
      <p:sp>
        <p:nvSpPr>
          <p:cNvPr id="2" name="TextBox 1">
            <a:extLst>
              <a:ext uri="{FF2B5EF4-FFF2-40B4-BE49-F238E27FC236}">
                <a16:creationId xmlns:a16="http://schemas.microsoft.com/office/drawing/2014/main" id="{E34CBBC0-8401-A047-0823-97BA9E9D8D91}"/>
              </a:ext>
            </a:extLst>
          </p:cNvPr>
          <p:cNvSpPr txBox="1"/>
          <p:nvPr/>
        </p:nvSpPr>
        <p:spPr>
          <a:xfrm>
            <a:off x="601344" y="382136"/>
            <a:ext cx="2384277" cy="584775"/>
          </a:xfrm>
          <a:prstGeom prst="rect">
            <a:avLst/>
          </a:prstGeom>
          <a:noFill/>
        </p:spPr>
        <p:txBody>
          <a:bodyPr wrap="square" rtlCol="0">
            <a:spAutoFit/>
          </a:bodyPr>
          <a:lstStyle/>
          <a:p>
            <a:r>
              <a:rPr lang="en-IN" sz="1800" b="1" dirty="0">
                <a:solidFill>
                  <a:schemeClr val="bg2"/>
                </a:solidFill>
                <a:latin typeface="+mj-lt"/>
              </a:rPr>
              <a:t>Excel Dashboard</a:t>
            </a:r>
          </a:p>
          <a:p>
            <a:endParaRPr lang="en-IN" dirty="0"/>
          </a:p>
        </p:txBody>
      </p:sp>
    </p:spTree>
    <p:extLst>
      <p:ext uri="{BB962C8B-B14F-4D97-AF65-F5344CB8AC3E}">
        <p14:creationId xmlns:p14="http://schemas.microsoft.com/office/powerpoint/2010/main" val="3610094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owerbi.png">
            <a:extLst>
              <a:ext uri="{FF2B5EF4-FFF2-40B4-BE49-F238E27FC236}">
                <a16:creationId xmlns:a16="http://schemas.microsoft.com/office/drawing/2014/main" id="{350C9D06-7785-A7CA-D33C-C43F8B072576}"/>
              </a:ext>
            </a:extLst>
          </p:cNvPr>
          <p:cNvPicPr>
            <a:picLocks noChangeAspect="1"/>
          </p:cNvPicPr>
          <p:nvPr/>
        </p:nvPicPr>
        <p:blipFill>
          <a:blip r:embed="rId2"/>
          <a:stretch>
            <a:fillRect/>
          </a:stretch>
        </p:blipFill>
        <p:spPr>
          <a:xfrm>
            <a:off x="1863383" y="705316"/>
            <a:ext cx="9987185" cy="5798740"/>
          </a:xfrm>
          <a:prstGeom prst="rect">
            <a:avLst/>
          </a:prstGeom>
        </p:spPr>
      </p:pic>
      <p:sp>
        <p:nvSpPr>
          <p:cNvPr id="2" name="TextBox 1">
            <a:extLst>
              <a:ext uri="{FF2B5EF4-FFF2-40B4-BE49-F238E27FC236}">
                <a16:creationId xmlns:a16="http://schemas.microsoft.com/office/drawing/2014/main" id="{E4B5D5C9-CA02-7473-81D5-9B47D70D1F73}"/>
              </a:ext>
            </a:extLst>
          </p:cNvPr>
          <p:cNvSpPr txBox="1"/>
          <p:nvPr/>
        </p:nvSpPr>
        <p:spPr>
          <a:xfrm>
            <a:off x="523763" y="412929"/>
            <a:ext cx="2679240" cy="584775"/>
          </a:xfrm>
          <a:prstGeom prst="rect">
            <a:avLst/>
          </a:prstGeom>
          <a:noFill/>
        </p:spPr>
        <p:txBody>
          <a:bodyPr wrap="square" rtlCol="0">
            <a:spAutoFit/>
          </a:bodyPr>
          <a:lstStyle/>
          <a:p>
            <a:r>
              <a:rPr lang="en-IN" sz="1800" b="1" dirty="0">
                <a:solidFill>
                  <a:schemeClr val="bg2"/>
                </a:solidFill>
                <a:latin typeface="+mj-lt"/>
              </a:rPr>
              <a:t>Power BI Dashboard</a:t>
            </a:r>
          </a:p>
          <a:p>
            <a:endParaRPr lang="en-IN" dirty="0"/>
          </a:p>
        </p:txBody>
      </p:sp>
    </p:spTree>
    <p:extLst>
      <p:ext uri="{BB962C8B-B14F-4D97-AF65-F5344CB8AC3E}">
        <p14:creationId xmlns:p14="http://schemas.microsoft.com/office/powerpoint/2010/main" val="3758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0CCA39-EBC8-2361-0F21-A0082377ED03}"/>
              </a:ext>
            </a:extLst>
          </p:cNvPr>
          <p:cNvPicPr>
            <a:picLocks noChangeAspect="1"/>
          </p:cNvPicPr>
          <p:nvPr/>
        </p:nvPicPr>
        <p:blipFill>
          <a:blip r:embed="rId2"/>
          <a:stretch>
            <a:fillRect/>
          </a:stretch>
        </p:blipFill>
        <p:spPr>
          <a:xfrm>
            <a:off x="1494633" y="1010356"/>
            <a:ext cx="10299670" cy="5495827"/>
          </a:xfrm>
          <a:prstGeom prst="rect">
            <a:avLst/>
          </a:prstGeom>
        </p:spPr>
      </p:pic>
      <p:sp>
        <p:nvSpPr>
          <p:cNvPr id="2" name="TextBox 1">
            <a:extLst>
              <a:ext uri="{FF2B5EF4-FFF2-40B4-BE49-F238E27FC236}">
                <a16:creationId xmlns:a16="http://schemas.microsoft.com/office/drawing/2014/main" id="{A9A100E8-0F95-0B8B-22E1-C650DD5A80AC}"/>
              </a:ext>
            </a:extLst>
          </p:cNvPr>
          <p:cNvSpPr txBox="1"/>
          <p:nvPr/>
        </p:nvSpPr>
        <p:spPr>
          <a:xfrm>
            <a:off x="397697" y="541446"/>
            <a:ext cx="2384277" cy="584775"/>
          </a:xfrm>
          <a:prstGeom prst="rect">
            <a:avLst/>
          </a:prstGeom>
          <a:noFill/>
        </p:spPr>
        <p:txBody>
          <a:bodyPr wrap="square" rtlCol="0">
            <a:spAutoFit/>
          </a:bodyPr>
          <a:lstStyle/>
          <a:p>
            <a:r>
              <a:rPr lang="en-IN" sz="1800" b="1" dirty="0">
                <a:solidFill>
                  <a:schemeClr val="bg2"/>
                </a:solidFill>
                <a:latin typeface="+mj-lt"/>
              </a:rPr>
              <a:t>Tableau Dashboard</a:t>
            </a:r>
          </a:p>
          <a:p>
            <a:endParaRPr lang="en-IN" dirty="0"/>
          </a:p>
        </p:txBody>
      </p:sp>
    </p:spTree>
    <p:extLst>
      <p:ext uri="{BB962C8B-B14F-4D97-AF65-F5344CB8AC3E}">
        <p14:creationId xmlns:p14="http://schemas.microsoft.com/office/powerpoint/2010/main" val="4051847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33C0D9-BF63-33CC-E870-2E5BEC2EFA7A}"/>
              </a:ext>
            </a:extLst>
          </p:cNvPr>
          <p:cNvPicPr>
            <a:picLocks noChangeAspect="1"/>
          </p:cNvPicPr>
          <p:nvPr/>
        </p:nvPicPr>
        <p:blipFill>
          <a:blip r:embed="rId2"/>
          <a:stretch>
            <a:fillRect/>
          </a:stretch>
        </p:blipFill>
        <p:spPr>
          <a:xfrm>
            <a:off x="321297" y="1789385"/>
            <a:ext cx="1752845" cy="1524213"/>
          </a:xfrm>
          <a:prstGeom prst="rect">
            <a:avLst/>
          </a:prstGeom>
          <a:ln>
            <a:solidFill>
              <a:schemeClr val="tx1"/>
            </a:solidFill>
          </a:ln>
        </p:spPr>
      </p:pic>
      <p:pic>
        <p:nvPicPr>
          <p:cNvPr id="6" name="Picture 5">
            <a:extLst>
              <a:ext uri="{FF2B5EF4-FFF2-40B4-BE49-F238E27FC236}">
                <a16:creationId xmlns:a16="http://schemas.microsoft.com/office/drawing/2014/main" id="{58D05E95-29F8-6E10-9EEA-FFBDAE84A159}"/>
              </a:ext>
            </a:extLst>
          </p:cNvPr>
          <p:cNvPicPr>
            <a:picLocks noChangeAspect="1"/>
          </p:cNvPicPr>
          <p:nvPr/>
        </p:nvPicPr>
        <p:blipFill>
          <a:blip r:embed="rId3"/>
          <a:stretch>
            <a:fillRect/>
          </a:stretch>
        </p:blipFill>
        <p:spPr>
          <a:xfrm>
            <a:off x="2159767" y="1779859"/>
            <a:ext cx="1914792" cy="1095528"/>
          </a:xfrm>
          <a:prstGeom prst="rect">
            <a:avLst/>
          </a:prstGeom>
          <a:ln>
            <a:solidFill>
              <a:schemeClr val="tx1"/>
            </a:solidFill>
          </a:ln>
        </p:spPr>
      </p:pic>
      <p:sp>
        <p:nvSpPr>
          <p:cNvPr id="19" name="TextBox 18">
            <a:extLst>
              <a:ext uri="{FF2B5EF4-FFF2-40B4-BE49-F238E27FC236}">
                <a16:creationId xmlns:a16="http://schemas.microsoft.com/office/drawing/2014/main" id="{0CDEA0D3-EB71-A326-AE25-C31D76537231}"/>
              </a:ext>
            </a:extLst>
          </p:cNvPr>
          <p:cNvSpPr txBox="1"/>
          <p:nvPr/>
        </p:nvSpPr>
        <p:spPr>
          <a:xfrm>
            <a:off x="170903" y="1481608"/>
            <a:ext cx="1694707" cy="253916"/>
          </a:xfrm>
          <a:prstGeom prst="rect">
            <a:avLst/>
          </a:prstGeom>
          <a:noFill/>
        </p:spPr>
        <p:txBody>
          <a:bodyPr wrap="square" rtlCol="0">
            <a:spAutoFit/>
          </a:bodyPr>
          <a:lstStyle/>
          <a:p>
            <a:pPr algn="ctr"/>
            <a:r>
              <a:rPr lang="en-US" sz="1050" b="1" dirty="0">
                <a:solidFill>
                  <a:schemeClr val="bg2"/>
                </a:solidFill>
              </a:rPr>
              <a:t>Yearly Load Factor</a:t>
            </a:r>
            <a:endParaRPr lang="en-IN" sz="1050" b="1" dirty="0">
              <a:solidFill>
                <a:schemeClr val="bg2"/>
              </a:solidFill>
            </a:endParaRPr>
          </a:p>
        </p:txBody>
      </p:sp>
      <p:sp>
        <p:nvSpPr>
          <p:cNvPr id="20" name="TextBox 19">
            <a:extLst>
              <a:ext uri="{FF2B5EF4-FFF2-40B4-BE49-F238E27FC236}">
                <a16:creationId xmlns:a16="http://schemas.microsoft.com/office/drawing/2014/main" id="{76E3958A-961A-080F-7377-6DAB5A9534A9}"/>
              </a:ext>
            </a:extLst>
          </p:cNvPr>
          <p:cNvSpPr txBox="1"/>
          <p:nvPr/>
        </p:nvSpPr>
        <p:spPr>
          <a:xfrm>
            <a:off x="2163326" y="1456999"/>
            <a:ext cx="1694707" cy="253916"/>
          </a:xfrm>
          <a:prstGeom prst="rect">
            <a:avLst/>
          </a:prstGeom>
          <a:noFill/>
        </p:spPr>
        <p:txBody>
          <a:bodyPr wrap="square" rtlCol="0">
            <a:spAutoFit/>
          </a:bodyPr>
          <a:lstStyle/>
          <a:p>
            <a:pPr algn="ctr"/>
            <a:r>
              <a:rPr lang="en-US" sz="1050" b="1" dirty="0">
                <a:solidFill>
                  <a:schemeClr val="bg2"/>
                </a:solidFill>
              </a:rPr>
              <a:t>Quarterly Load Factor</a:t>
            </a:r>
            <a:endParaRPr lang="en-IN" sz="1050" b="1" dirty="0">
              <a:solidFill>
                <a:schemeClr val="bg2"/>
              </a:solidFill>
            </a:endParaRPr>
          </a:p>
        </p:txBody>
      </p:sp>
      <p:pic>
        <p:nvPicPr>
          <p:cNvPr id="8" name="Picture 7">
            <a:extLst>
              <a:ext uri="{FF2B5EF4-FFF2-40B4-BE49-F238E27FC236}">
                <a16:creationId xmlns:a16="http://schemas.microsoft.com/office/drawing/2014/main" id="{D1FA6CC3-98A7-4F24-5F47-097ACD8BD2A1}"/>
              </a:ext>
            </a:extLst>
          </p:cNvPr>
          <p:cNvPicPr>
            <a:picLocks noChangeAspect="1"/>
          </p:cNvPicPr>
          <p:nvPr/>
        </p:nvPicPr>
        <p:blipFill>
          <a:blip r:embed="rId4"/>
          <a:stretch>
            <a:fillRect/>
          </a:stretch>
        </p:blipFill>
        <p:spPr>
          <a:xfrm>
            <a:off x="4372274" y="1789385"/>
            <a:ext cx="1991003" cy="752580"/>
          </a:xfrm>
          <a:prstGeom prst="rect">
            <a:avLst/>
          </a:prstGeom>
          <a:ln>
            <a:solidFill>
              <a:schemeClr val="tx1"/>
            </a:solidFill>
          </a:ln>
        </p:spPr>
      </p:pic>
      <p:sp>
        <p:nvSpPr>
          <p:cNvPr id="9" name="TextBox 8">
            <a:extLst>
              <a:ext uri="{FF2B5EF4-FFF2-40B4-BE49-F238E27FC236}">
                <a16:creationId xmlns:a16="http://schemas.microsoft.com/office/drawing/2014/main" id="{A4D7C483-A109-A614-8AC7-F423D1B61BD8}"/>
              </a:ext>
            </a:extLst>
          </p:cNvPr>
          <p:cNvSpPr txBox="1"/>
          <p:nvPr/>
        </p:nvSpPr>
        <p:spPr>
          <a:xfrm>
            <a:off x="4372274" y="1472082"/>
            <a:ext cx="1694707" cy="253916"/>
          </a:xfrm>
          <a:prstGeom prst="rect">
            <a:avLst/>
          </a:prstGeom>
          <a:noFill/>
        </p:spPr>
        <p:txBody>
          <a:bodyPr wrap="square" rtlCol="0">
            <a:spAutoFit/>
          </a:bodyPr>
          <a:lstStyle/>
          <a:p>
            <a:pPr algn="ctr"/>
            <a:r>
              <a:rPr lang="en-US" sz="1050" b="1" dirty="0">
                <a:solidFill>
                  <a:schemeClr val="bg2"/>
                </a:solidFill>
              </a:rPr>
              <a:t>Load Factor by week</a:t>
            </a:r>
            <a:endParaRPr lang="en-IN" sz="1050" b="1" dirty="0">
              <a:solidFill>
                <a:schemeClr val="bg2"/>
              </a:solidFill>
            </a:endParaRPr>
          </a:p>
        </p:txBody>
      </p:sp>
      <p:pic>
        <p:nvPicPr>
          <p:cNvPr id="10" name="Picture 9">
            <a:extLst>
              <a:ext uri="{FF2B5EF4-FFF2-40B4-BE49-F238E27FC236}">
                <a16:creationId xmlns:a16="http://schemas.microsoft.com/office/drawing/2014/main" id="{E93944AD-5895-2509-5FFC-BA0747967774}"/>
              </a:ext>
            </a:extLst>
          </p:cNvPr>
          <p:cNvPicPr>
            <a:picLocks noChangeAspect="1"/>
          </p:cNvPicPr>
          <p:nvPr/>
        </p:nvPicPr>
        <p:blipFill>
          <a:blip r:embed="rId5"/>
          <a:stretch>
            <a:fillRect/>
          </a:stretch>
        </p:blipFill>
        <p:spPr>
          <a:xfrm>
            <a:off x="426784" y="3771424"/>
            <a:ext cx="2133898" cy="2753109"/>
          </a:xfrm>
          <a:prstGeom prst="rect">
            <a:avLst/>
          </a:prstGeom>
          <a:ln>
            <a:solidFill>
              <a:schemeClr val="tx1"/>
            </a:solidFill>
          </a:ln>
        </p:spPr>
      </p:pic>
      <p:sp>
        <p:nvSpPr>
          <p:cNvPr id="24" name="TextBox 23">
            <a:extLst>
              <a:ext uri="{FF2B5EF4-FFF2-40B4-BE49-F238E27FC236}">
                <a16:creationId xmlns:a16="http://schemas.microsoft.com/office/drawing/2014/main" id="{2D0C23BC-C893-9567-EDE9-2859306CA68F}"/>
              </a:ext>
            </a:extLst>
          </p:cNvPr>
          <p:cNvSpPr txBox="1"/>
          <p:nvPr/>
        </p:nvSpPr>
        <p:spPr>
          <a:xfrm>
            <a:off x="235009" y="3517508"/>
            <a:ext cx="2030217" cy="253916"/>
          </a:xfrm>
          <a:prstGeom prst="rect">
            <a:avLst/>
          </a:prstGeom>
          <a:noFill/>
        </p:spPr>
        <p:txBody>
          <a:bodyPr wrap="square" rtlCol="0">
            <a:spAutoFit/>
          </a:bodyPr>
          <a:lstStyle/>
          <a:p>
            <a:pPr algn="ctr"/>
            <a:r>
              <a:rPr lang="en-US" sz="1050" b="1" dirty="0">
                <a:solidFill>
                  <a:schemeClr val="bg2"/>
                </a:solidFill>
              </a:rPr>
              <a:t>Month wise Load Factor</a:t>
            </a:r>
            <a:endParaRPr lang="en-IN" sz="1050" b="1" dirty="0">
              <a:solidFill>
                <a:schemeClr val="bg2"/>
              </a:solidFill>
            </a:endParaRPr>
          </a:p>
        </p:txBody>
      </p:sp>
      <p:pic>
        <p:nvPicPr>
          <p:cNvPr id="18" name="Picture 17">
            <a:extLst>
              <a:ext uri="{FF2B5EF4-FFF2-40B4-BE49-F238E27FC236}">
                <a16:creationId xmlns:a16="http://schemas.microsoft.com/office/drawing/2014/main" id="{4A9698A2-FEA0-BEA3-3EF0-A0F964DB0FAF}"/>
              </a:ext>
            </a:extLst>
          </p:cNvPr>
          <p:cNvPicPr>
            <a:picLocks noChangeAspect="1"/>
          </p:cNvPicPr>
          <p:nvPr/>
        </p:nvPicPr>
        <p:blipFill>
          <a:blip r:embed="rId6"/>
          <a:stretch>
            <a:fillRect/>
          </a:stretch>
        </p:blipFill>
        <p:spPr>
          <a:xfrm>
            <a:off x="9483021" y="3171265"/>
            <a:ext cx="2381582" cy="3353268"/>
          </a:xfrm>
          <a:prstGeom prst="rect">
            <a:avLst/>
          </a:prstGeom>
          <a:ln>
            <a:solidFill>
              <a:schemeClr val="tx1"/>
            </a:solidFill>
          </a:ln>
        </p:spPr>
      </p:pic>
      <p:sp>
        <p:nvSpPr>
          <p:cNvPr id="26" name="TextBox 25">
            <a:extLst>
              <a:ext uri="{FF2B5EF4-FFF2-40B4-BE49-F238E27FC236}">
                <a16:creationId xmlns:a16="http://schemas.microsoft.com/office/drawing/2014/main" id="{DA088E4C-A90B-2C00-5C63-DA7E3B16EFB5}"/>
              </a:ext>
            </a:extLst>
          </p:cNvPr>
          <p:cNvSpPr txBox="1"/>
          <p:nvPr/>
        </p:nvSpPr>
        <p:spPr>
          <a:xfrm>
            <a:off x="9377148" y="2875387"/>
            <a:ext cx="2487455" cy="253916"/>
          </a:xfrm>
          <a:prstGeom prst="rect">
            <a:avLst/>
          </a:prstGeom>
          <a:noFill/>
        </p:spPr>
        <p:txBody>
          <a:bodyPr wrap="square" rtlCol="0">
            <a:spAutoFit/>
          </a:bodyPr>
          <a:lstStyle/>
          <a:p>
            <a:pPr algn="ctr"/>
            <a:r>
              <a:rPr lang="en-US" sz="1050" b="1" dirty="0">
                <a:solidFill>
                  <a:schemeClr val="bg2"/>
                </a:solidFill>
              </a:rPr>
              <a:t>No of Flights by Distance Interval</a:t>
            </a:r>
            <a:endParaRPr lang="en-IN" sz="1050" b="1" dirty="0">
              <a:solidFill>
                <a:schemeClr val="bg2"/>
              </a:solidFill>
            </a:endParaRPr>
          </a:p>
        </p:txBody>
      </p:sp>
      <p:pic>
        <p:nvPicPr>
          <p:cNvPr id="12" name="Picture 11">
            <a:extLst>
              <a:ext uri="{FF2B5EF4-FFF2-40B4-BE49-F238E27FC236}">
                <a16:creationId xmlns:a16="http://schemas.microsoft.com/office/drawing/2014/main" id="{8276CA70-7B45-4CC2-8B69-B145617CDFB4}"/>
              </a:ext>
            </a:extLst>
          </p:cNvPr>
          <p:cNvPicPr>
            <a:picLocks noChangeAspect="1"/>
          </p:cNvPicPr>
          <p:nvPr/>
        </p:nvPicPr>
        <p:blipFill>
          <a:blip r:embed="rId7"/>
          <a:stretch>
            <a:fillRect/>
          </a:stretch>
        </p:blipFill>
        <p:spPr>
          <a:xfrm>
            <a:off x="6114679" y="4316037"/>
            <a:ext cx="3121688" cy="2200387"/>
          </a:xfrm>
          <a:prstGeom prst="rect">
            <a:avLst/>
          </a:prstGeom>
          <a:ln>
            <a:solidFill>
              <a:schemeClr val="tx1"/>
            </a:solidFill>
          </a:ln>
        </p:spPr>
      </p:pic>
      <p:sp>
        <p:nvSpPr>
          <p:cNvPr id="21" name="TextBox 20">
            <a:extLst>
              <a:ext uri="{FF2B5EF4-FFF2-40B4-BE49-F238E27FC236}">
                <a16:creationId xmlns:a16="http://schemas.microsoft.com/office/drawing/2014/main" id="{952A435E-C67C-DFD3-C725-819D4BA69654}"/>
              </a:ext>
            </a:extLst>
          </p:cNvPr>
          <p:cNvSpPr txBox="1"/>
          <p:nvPr/>
        </p:nvSpPr>
        <p:spPr>
          <a:xfrm>
            <a:off x="5885550" y="4014057"/>
            <a:ext cx="3061566" cy="253916"/>
          </a:xfrm>
          <a:prstGeom prst="rect">
            <a:avLst/>
          </a:prstGeom>
          <a:noFill/>
        </p:spPr>
        <p:txBody>
          <a:bodyPr wrap="square" rtlCol="0">
            <a:spAutoFit/>
          </a:bodyPr>
          <a:lstStyle/>
          <a:p>
            <a:pPr algn="ctr"/>
            <a:r>
              <a:rPr lang="en-US" sz="1050" b="1" dirty="0">
                <a:solidFill>
                  <a:schemeClr val="bg2"/>
                </a:solidFill>
              </a:rPr>
              <a:t>Top 10 Carrier wise Passenger Travelled</a:t>
            </a:r>
            <a:endParaRPr lang="en-IN" sz="1050" b="1" dirty="0">
              <a:solidFill>
                <a:schemeClr val="bg2"/>
              </a:solidFill>
            </a:endParaRPr>
          </a:p>
        </p:txBody>
      </p:sp>
      <p:pic>
        <p:nvPicPr>
          <p:cNvPr id="11" name="Picture 10">
            <a:extLst>
              <a:ext uri="{FF2B5EF4-FFF2-40B4-BE49-F238E27FC236}">
                <a16:creationId xmlns:a16="http://schemas.microsoft.com/office/drawing/2014/main" id="{41E05F62-17D2-B0BA-77D1-443727BB4783}"/>
              </a:ext>
            </a:extLst>
          </p:cNvPr>
          <p:cNvPicPr>
            <a:picLocks noChangeAspect="1"/>
          </p:cNvPicPr>
          <p:nvPr/>
        </p:nvPicPr>
        <p:blipFill>
          <a:blip r:embed="rId8"/>
          <a:stretch>
            <a:fillRect/>
          </a:stretch>
        </p:blipFill>
        <p:spPr>
          <a:xfrm>
            <a:off x="2735659" y="4132685"/>
            <a:ext cx="3145608" cy="2205720"/>
          </a:xfrm>
          <a:prstGeom prst="rect">
            <a:avLst/>
          </a:prstGeom>
          <a:ln>
            <a:solidFill>
              <a:schemeClr val="tx1"/>
            </a:solidFill>
          </a:ln>
        </p:spPr>
      </p:pic>
      <p:sp>
        <p:nvSpPr>
          <p:cNvPr id="25" name="TextBox 24">
            <a:extLst>
              <a:ext uri="{FF2B5EF4-FFF2-40B4-BE49-F238E27FC236}">
                <a16:creationId xmlns:a16="http://schemas.microsoft.com/office/drawing/2014/main" id="{17AE2A1E-5958-83FA-56BE-74F1F276B938}"/>
              </a:ext>
            </a:extLst>
          </p:cNvPr>
          <p:cNvSpPr txBox="1"/>
          <p:nvPr/>
        </p:nvSpPr>
        <p:spPr>
          <a:xfrm>
            <a:off x="2474612" y="3808204"/>
            <a:ext cx="3121688" cy="253916"/>
          </a:xfrm>
          <a:prstGeom prst="rect">
            <a:avLst/>
          </a:prstGeom>
          <a:noFill/>
        </p:spPr>
        <p:txBody>
          <a:bodyPr wrap="square" rtlCol="0">
            <a:spAutoFit/>
          </a:bodyPr>
          <a:lstStyle/>
          <a:p>
            <a:pPr algn="ctr"/>
            <a:r>
              <a:rPr lang="en-US" sz="1050" b="1" dirty="0">
                <a:solidFill>
                  <a:schemeClr val="bg2"/>
                </a:solidFill>
              </a:rPr>
              <a:t>Top 10 Carrier Names wise Load Factor</a:t>
            </a:r>
            <a:endParaRPr lang="en-IN" sz="1050" b="1" dirty="0">
              <a:solidFill>
                <a:schemeClr val="bg2"/>
              </a:solidFill>
            </a:endParaRPr>
          </a:p>
        </p:txBody>
      </p:sp>
      <p:pic>
        <p:nvPicPr>
          <p:cNvPr id="14" name="Picture 13">
            <a:extLst>
              <a:ext uri="{FF2B5EF4-FFF2-40B4-BE49-F238E27FC236}">
                <a16:creationId xmlns:a16="http://schemas.microsoft.com/office/drawing/2014/main" id="{943104C0-11D6-17EC-53E0-41ED7E96B0BA}"/>
              </a:ext>
            </a:extLst>
          </p:cNvPr>
          <p:cNvPicPr>
            <a:picLocks noChangeAspect="1"/>
          </p:cNvPicPr>
          <p:nvPr/>
        </p:nvPicPr>
        <p:blipFill>
          <a:blip r:embed="rId9"/>
          <a:stretch>
            <a:fillRect/>
          </a:stretch>
        </p:blipFill>
        <p:spPr>
          <a:xfrm>
            <a:off x="6499156" y="1725998"/>
            <a:ext cx="2940836" cy="1942335"/>
          </a:xfrm>
          <a:prstGeom prst="rect">
            <a:avLst/>
          </a:prstGeom>
          <a:ln>
            <a:solidFill>
              <a:schemeClr val="tx1"/>
            </a:solidFill>
          </a:ln>
        </p:spPr>
      </p:pic>
      <p:sp>
        <p:nvSpPr>
          <p:cNvPr id="23" name="TextBox 22">
            <a:extLst>
              <a:ext uri="{FF2B5EF4-FFF2-40B4-BE49-F238E27FC236}">
                <a16:creationId xmlns:a16="http://schemas.microsoft.com/office/drawing/2014/main" id="{C1045979-0475-7D88-0520-22BD434478F4}"/>
              </a:ext>
            </a:extLst>
          </p:cNvPr>
          <p:cNvSpPr txBox="1"/>
          <p:nvPr/>
        </p:nvSpPr>
        <p:spPr>
          <a:xfrm>
            <a:off x="6692664" y="1453813"/>
            <a:ext cx="1708227" cy="253916"/>
          </a:xfrm>
          <a:prstGeom prst="rect">
            <a:avLst/>
          </a:prstGeom>
          <a:noFill/>
        </p:spPr>
        <p:txBody>
          <a:bodyPr wrap="square" rtlCol="0">
            <a:spAutoFit/>
          </a:bodyPr>
          <a:lstStyle/>
          <a:p>
            <a:pPr algn="ctr"/>
            <a:r>
              <a:rPr lang="en-US" sz="1050" b="1" dirty="0">
                <a:solidFill>
                  <a:schemeClr val="bg2"/>
                </a:solidFill>
              </a:rPr>
              <a:t>Top 10 Routes</a:t>
            </a:r>
            <a:endParaRPr lang="en-IN" sz="1050" b="1" dirty="0">
              <a:solidFill>
                <a:schemeClr val="bg2"/>
              </a:solidFill>
            </a:endParaRPr>
          </a:p>
        </p:txBody>
      </p:sp>
      <p:sp>
        <p:nvSpPr>
          <p:cNvPr id="17" name="TextBox 16">
            <a:extLst>
              <a:ext uri="{FF2B5EF4-FFF2-40B4-BE49-F238E27FC236}">
                <a16:creationId xmlns:a16="http://schemas.microsoft.com/office/drawing/2014/main" id="{504706E4-813F-A30A-D538-DCDEB6378E84}"/>
              </a:ext>
            </a:extLst>
          </p:cNvPr>
          <p:cNvSpPr txBox="1"/>
          <p:nvPr/>
        </p:nvSpPr>
        <p:spPr>
          <a:xfrm>
            <a:off x="553157" y="509934"/>
            <a:ext cx="3213219" cy="584775"/>
          </a:xfrm>
          <a:prstGeom prst="rect">
            <a:avLst/>
          </a:prstGeom>
          <a:noFill/>
        </p:spPr>
        <p:txBody>
          <a:bodyPr wrap="square" rtlCol="0">
            <a:spAutoFit/>
          </a:bodyPr>
          <a:lstStyle/>
          <a:p>
            <a:r>
              <a:rPr lang="en-IN" sz="1800" b="1" dirty="0">
                <a:solidFill>
                  <a:schemeClr val="bg2"/>
                </a:solidFill>
                <a:latin typeface="+mj-lt"/>
              </a:rPr>
              <a:t>MySQL Queries Outputs</a:t>
            </a:r>
          </a:p>
          <a:p>
            <a:endParaRPr lang="en-IN" dirty="0"/>
          </a:p>
        </p:txBody>
      </p:sp>
    </p:spTree>
    <p:extLst>
      <p:ext uri="{BB962C8B-B14F-4D97-AF65-F5344CB8AC3E}">
        <p14:creationId xmlns:p14="http://schemas.microsoft.com/office/powerpoint/2010/main" val="2246721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46A0-34C8-067A-BDE5-0BF1C06AB81E}"/>
              </a:ext>
            </a:extLst>
          </p:cNvPr>
          <p:cNvSpPr>
            <a:spLocks noGrp="1"/>
          </p:cNvSpPr>
          <p:nvPr>
            <p:ph type="title"/>
          </p:nvPr>
        </p:nvSpPr>
        <p:spPr/>
        <p:txBody>
          <a:bodyPr/>
          <a:lstStyle/>
          <a:p>
            <a:pPr algn="ctr"/>
            <a:r>
              <a:rPr lang="en-US" dirty="0"/>
              <a:t>Recommendations</a:t>
            </a:r>
            <a:endParaRPr lang="en-IN" dirty="0"/>
          </a:p>
        </p:txBody>
      </p:sp>
      <p:sp>
        <p:nvSpPr>
          <p:cNvPr id="3" name="Content Placeholder 2">
            <a:extLst>
              <a:ext uri="{FF2B5EF4-FFF2-40B4-BE49-F238E27FC236}">
                <a16:creationId xmlns:a16="http://schemas.microsoft.com/office/drawing/2014/main" id="{85A456D2-B2E9-9290-4D00-94398FBC17BC}"/>
              </a:ext>
            </a:extLst>
          </p:cNvPr>
          <p:cNvSpPr>
            <a:spLocks noGrp="1"/>
          </p:cNvSpPr>
          <p:nvPr>
            <p:ph idx="1"/>
          </p:nvPr>
        </p:nvSpPr>
        <p:spPr>
          <a:xfrm>
            <a:off x="685800" y="2194560"/>
            <a:ext cx="10820400" cy="4465547"/>
          </a:xfrm>
        </p:spPr>
        <p:txBody>
          <a:bodyPr>
            <a:normAutofit/>
          </a:bodyPr>
          <a:lstStyle/>
          <a:p>
            <a:pPr algn="just">
              <a:lnSpc>
                <a:spcPct val="150000"/>
              </a:lnSpc>
            </a:pPr>
            <a:r>
              <a:rPr lang="en-US" sz="2000" b="1" dirty="0"/>
              <a:t>Optimize Flight Routes  </a:t>
            </a:r>
            <a:r>
              <a:rPr lang="en-US" sz="2000" dirty="0"/>
              <a:t>: Utilize insights from top routes and flights to optimize schedules and resources allocation.</a:t>
            </a:r>
          </a:p>
          <a:p>
            <a:pPr algn="just">
              <a:lnSpc>
                <a:spcPct val="150000"/>
              </a:lnSpc>
            </a:pPr>
            <a:r>
              <a:rPr lang="en-US" sz="2000" b="1" dirty="0"/>
              <a:t>Enhance Load Factor </a:t>
            </a:r>
            <a:r>
              <a:rPr lang="en-US" sz="2000" dirty="0"/>
              <a:t>: Leverage load factor analysis to  identify trends and implement strategies for increased efficiency.</a:t>
            </a:r>
          </a:p>
          <a:p>
            <a:pPr algn="just">
              <a:lnSpc>
                <a:spcPct val="150000"/>
              </a:lnSpc>
            </a:pPr>
            <a:r>
              <a:rPr lang="en-IN" sz="2000" b="1" dirty="0"/>
              <a:t>Strategic Carrier Partnerships </a:t>
            </a:r>
            <a:r>
              <a:rPr lang="en-IN" sz="2000" dirty="0"/>
              <a:t>: Collaborate with top carriers to maximize passenger transportation and enhance overall performance.</a:t>
            </a:r>
          </a:p>
          <a:p>
            <a:pPr algn="just">
              <a:lnSpc>
                <a:spcPct val="150000"/>
              </a:lnSpc>
            </a:pPr>
            <a:r>
              <a:rPr lang="en-IN" sz="2000" b="1" dirty="0"/>
              <a:t>Resource Allocation </a:t>
            </a:r>
            <a:r>
              <a:rPr lang="en-IN" sz="2000" dirty="0"/>
              <a:t>: Allocate resources strategically based on flight schedules and passenger volume data. This efficient operations and minimizes wait times at airports with high passenger traffic.</a:t>
            </a:r>
          </a:p>
        </p:txBody>
      </p:sp>
    </p:spTree>
    <p:extLst>
      <p:ext uri="{BB962C8B-B14F-4D97-AF65-F5344CB8AC3E}">
        <p14:creationId xmlns:p14="http://schemas.microsoft.com/office/powerpoint/2010/main" val="503964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6C53-F671-5952-DDDF-9283B833BE1F}"/>
              </a:ext>
            </a:extLst>
          </p:cNvPr>
          <p:cNvSpPr>
            <a:spLocks noGrp="1"/>
          </p:cNvSpPr>
          <p:nvPr>
            <p:ph type="title"/>
          </p:nvPr>
        </p:nvSpPr>
        <p:spPr/>
        <p:txBody>
          <a:bodyPr/>
          <a:lstStyle/>
          <a:p>
            <a:pPr algn="ctr"/>
            <a:r>
              <a:rPr lang="en-US" dirty="0"/>
              <a:t>Conclusions</a:t>
            </a:r>
            <a:endParaRPr lang="en-IN" dirty="0"/>
          </a:p>
        </p:txBody>
      </p:sp>
      <p:sp>
        <p:nvSpPr>
          <p:cNvPr id="3" name="Content Placeholder 2">
            <a:extLst>
              <a:ext uri="{FF2B5EF4-FFF2-40B4-BE49-F238E27FC236}">
                <a16:creationId xmlns:a16="http://schemas.microsoft.com/office/drawing/2014/main" id="{E7B32CFA-60EB-6B6C-5D3F-3DFA36F0E76A}"/>
              </a:ext>
            </a:extLst>
          </p:cNvPr>
          <p:cNvSpPr>
            <a:spLocks noGrp="1"/>
          </p:cNvSpPr>
          <p:nvPr>
            <p:ph idx="1"/>
          </p:nvPr>
        </p:nvSpPr>
        <p:spPr/>
        <p:txBody>
          <a:bodyPr/>
          <a:lstStyle/>
          <a:p>
            <a:pPr marL="0" indent="0" algn="just">
              <a:lnSpc>
                <a:spcPct val="150000"/>
              </a:lnSpc>
              <a:buNone/>
            </a:pPr>
            <a:r>
              <a:rPr lang="en-US" sz="2000" dirty="0"/>
              <a:t>High Cloud Airlines empowers the activation industry with actionable insights efficiency and strategic decision-making. The presented KPIs offer into the vast potential for improvement and growth within the industry. By harnessing the power of data, we can drive positive changes, ensuring a brighter future for High Cloud Analysis and its partners in the aviation sector.</a:t>
            </a:r>
            <a:endParaRPr lang="en-IN" sz="2000" dirty="0"/>
          </a:p>
        </p:txBody>
      </p:sp>
    </p:spTree>
    <p:extLst>
      <p:ext uri="{BB962C8B-B14F-4D97-AF65-F5344CB8AC3E}">
        <p14:creationId xmlns:p14="http://schemas.microsoft.com/office/powerpoint/2010/main" val="2348310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7DBB-602A-6B40-B009-0DAD58E02C71}"/>
              </a:ext>
            </a:extLst>
          </p:cNvPr>
          <p:cNvSpPr>
            <a:spLocks noGrp="1"/>
          </p:cNvSpPr>
          <p:nvPr>
            <p:ph type="title"/>
          </p:nvPr>
        </p:nvSpPr>
        <p:spPr>
          <a:xfrm>
            <a:off x="838200" y="3022600"/>
            <a:ext cx="10515600" cy="1325563"/>
          </a:xfrm>
        </p:spPr>
        <p:txBody>
          <a:bodyPr/>
          <a:lstStyle/>
          <a:p>
            <a:pPr algn="ctr"/>
            <a:r>
              <a:rPr lang="en-US" sz="6600" dirty="0"/>
              <a:t>Thank You</a:t>
            </a:r>
            <a:endParaRPr lang="en-IN" sz="6600" dirty="0"/>
          </a:p>
        </p:txBody>
      </p:sp>
    </p:spTree>
    <p:extLst>
      <p:ext uri="{BB962C8B-B14F-4D97-AF65-F5344CB8AC3E}">
        <p14:creationId xmlns:p14="http://schemas.microsoft.com/office/powerpoint/2010/main" val="1088721255"/>
      </p:ext>
    </p:extLst>
  </p:cSld>
  <p:clrMapOvr>
    <a:masterClrMapping/>
  </p:clrMapOvr>
</p:sld>
</file>

<file path=ppt/theme/theme1.xml><?xml version="1.0" encoding="utf-8"?>
<a:theme xmlns:a="http://schemas.openxmlformats.org/drawingml/2006/main" name="Aircraft Background Minitheme by Slidesgo">
  <a:themeElements>
    <a:clrScheme name="Simple Light">
      <a:dk1>
        <a:srgbClr val="FBB442"/>
      </a:dk1>
      <a:lt1>
        <a:srgbClr val="0173BC"/>
      </a:lt1>
      <a:dk2>
        <a:srgbClr val="FFFFFF"/>
      </a:dk2>
      <a:lt2>
        <a:srgbClr val="FFFFFF"/>
      </a:lt2>
      <a:accent1>
        <a:srgbClr val="161342"/>
      </a:accent1>
      <a:accent2>
        <a:srgbClr val="EC4E21"/>
      </a:accent2>
      <a:accent3>
        <a:srgbClr val="F0C99C"/>
      </a:accent3>
      <a:accent4>
        <a:srgbClr val="FFF1D9"/>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eme1">
  <a:themeElements>
    <a:clrScheme name="Simple Light">
      <a:dk1>
        <a:srgbClr val="FBB442"/>
      </a:dk1>
      <a:lt1>
        <a:srgbClr val="0173BC"/>
      </a:lt1>
      <a:dk2>
        <a:srgbClr val="FFFFFF"/>
      </a:dk2>
      <a:lt2>
        <a:srgbClr val="FFFFFF"/>
      </a:lt2>
      <a:accent1>
        <a:srgbClr val="161342"/>
      </a:accent1>
      <a:accent2>
        <a:srgbClr val="EC4E21"/>
      </a:accent2>
      <a:accent3>
        <a:srgbClr val="F0C99C"/>
      </a:accent3>
      <a:accent4>
        <a:srgbClr val="FFF1D9"/>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333F6BEA-0D46-4E54-B7E2-8E89E800BFA1}" vid="{FE0CFE7F-BA6B-4D79-9C39-ACB630E7E52F}"/>
    </a:ext>
  </a:extLst>
</a:theme>
</file>

<file path=ppt/theme/theme4.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Aircraft Background Minitheme by Slidesgo</Template>
  <TotalTime>1368</TotalTime>
  <Words>477</Words>
  <Application>Microsoft Office PowerPoint</Application>
  <PresentationFormat>Widescreen</PresentationFormat>
  <Paragraphs>66</Paragraphs>
  <Slides>16</Slides>
  <Notes>0</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16</vt:i4>
      </vt:variant>
    </vt:vector>
  </HeadingPairs>
  <TitlesOfParts>
    <vt:vector size="29" baseType="lpstr">
      <vt:lpstr>Arial</vt:lpstr>
      <vt:lpstr>Calibri</vt:lpstr>
      <vt:lpstr>Google Sans</vt:lpstr>
      <vt:lpstr>Open Sans</vt:lpstr>
      <vt:lpstr>Proxima Nova</vt:lpstr>
      <vt:lpstr>Proxima Nova Semibold</vt:lpstr>
      <vt:lpstr>Roboto</vt:lpstr>
      <vt:lpstr>Work Sans</vt:lpstr>
      <vt:lpstr>Work Sans ExtraBold</vt:lpstr>
      <vt:lpstr>Aircraft Background Minitheme by Slidesgo</vt:lpstr>
      <vt:lpstr>Slidesgo Final Pages</vt:lpstr>
      <vt:lpstr>Theme1</vt:lpstr>
      <vt:lpstr>1_Slidesgo Final Pages</vt:lpstr>
      <vt:lpstr>P1067 High Cloud Airline Analysis</vt:lpstr>
      <vt:lpstr>Our Team Members</vt:lpstr>
      <vt:lpstr>Tools USED </vt:lpstr>
      <vt:lpstr>Contents</vt:lpstr>
      <vt:lpstr>Objective</vt:lpstr>
      <vt:lpstr>Business Overview</vt:lpstr>
      <vt:lpstr>Project Scope</vt:lpstr>
      <vt:lpstr>Data Model Challengers</vt:lpstr>
      <vt:lpstr>Dashboards</vt:lpstr>
      <vt:lpstr>PowerPoint Presentation</vt:lpstr>
      <vt:lpstr>PowerPoint Presentation</vt:lpstr>
      <vt:lpstr>PowerPoint Presentation</vt:lpstr>
      <vt:lpstr>PowerPoint Presentation</vt:lpstr>
      <vt:lpstr>Recommendations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Excel R</dc:creator>
  <cp:lastModifiedBy>Excel R</cp:lastModifiedBy>
  <cp:revision>8</cp:revision>
  <dcterms:created xsi:type="dcterms:W3CDTF">2025-12-06T11:15:31Z</dcterms:created>
  <dcterms:modified xsi:type="dcterms:W3CDTF">2025-12-11T08:24:12Z</dcterms:modified>
</cp:coreProperties>
</file>